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</p:sldMasterIdLst>
  <p:notesMasterIdLst>
    <p:notesMasterId r:id="rId3"/>
  </p:notesMasterIdLst>
  <p:sldIdLst>
    <p:sldId id="268" r:id="rId2"/>
  </p:sldIdLst>
  <p:sldSz cx="13004800" cy="9753600"/>
  <p:notesSz cx="6858000" cy="9144000"/>
  <p:defaultTextStyle>
    <a:defPPr>
      <a:defRPr lang="de-DE"/>
    </a:defPPr>
    <a:lvl1pPr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429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858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287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716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860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7432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2004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6576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792" autoAdjust="0"/>
  </p:normalViewPr>
  <p:slideViewPr>
    <p:cSldViewPr>
      <p:cViewPr>
        <p:scale>
          <a:sx n="66" d="100"/>
          <a:sy n="66" d="100"/>
        </p:scale>
        <p:origin x="-2016" y="-72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 smtClean="0">
                <a:sym typeface="Noteworthy Bold" charset="0"/>
              </a:rPr>
              <a:t>Second level</a:t>
            </a:r>
          </a:p>
          <a:p>
            <a:pPr lvl="2"/>
            <a:r>
              <a:rPr lang="de-DE" smtClean="0">
                <a:sym typeface="Noteworthy Bold" charset="0"/>
              </a:rPr>
              <a:t>Third level</a:t>
            </a:r>
          </a:p>
          <a:p>
            <a:pPr lvl="3"/>
            <a:r>
              <a:rPr lang="de-DE" smtClean="0">
                <a:sym typeface="Noteworthy Bold" charset="0"/>
              </a:rPr>
              <a:t>Fourth level</a:t>
            </a:r>
          </a:p>
          <a:p>
            <a:pPr lvl="4"/>
            <a:r>
              <a:rPr lang="de-DE" smtClean="0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429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858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287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716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84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55600" y="484312"/>
            <a:ext cx="12293600" cy="12827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270000" y="5130800"/>
            <a:ext cx="10464800" cy="127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1941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/>
          </p:cNvSpPr>
          <p:nvPr>
            <p:ph type="title"/>
          </p:nvPr>
        </p:nvSpPr>
        <p:spPr bwMode="auto">
          <a:xfrm>
            <a:off x="355600" y="7416800"/>
            <a:ext cx="122936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>
                <a:sym typeface="Gill Sans Light" charset="0"/>
              </a:rPr>
              <a:t>Click </a:t>
            </a:r>
            <a:r>
              <a:rPr lang="de-DE" dirty="0" err="1" smtClean="0">
                <a:sym typeface="Gill Sans Light" charset="0"/>
              </a:rPr>
              <a:t>to</a:t>
            </a:r>
            <a:r>
              <a:rPr lang="de-DE" dirty="0" smtClean="0">
                <a:sym typeface="Gill Sans Light" charset="0"/>
              </a:rPr>
              <a:t> </a:t>
            </a:r>
            <a:r>
              <a:rPr lang="de-DE" dirty="0" err="1" smtClean="0">
                <a:sym typeface="Gill Sans Light" charset="0"/>
              </a:rPr>
              <a:t>edit</a:t>
            </a:r>
            <a:r>
              <a:rPr lang="de-DE" dirty="0" smtClean="0">
                <a:sym typeface="Gill Sans Light" charset="0"/>
              </a:rPr>
              <a:t> Master title style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2412" y="9316381"/>
            <a:ext cx="963712" cy="400031"/>
          </a:xfrm>
          <a:prstGeom prst="rect">
            <a:avLst/>
          </a:prstGeom>
        </p:spPr>
      </p:pic>
      <p:sp>
        <p:nvSpPr>
          <p:cNvPr id="4" name="Textfeld 3"/>
          <p:cNvSpPr txBox="1"/>
          <p:nvPr userDrawn="1"/>
        </p:nvSpPr>
        <p:spPr>
          <a:xfrm>
            <a:off x="10900492" y="9414811"/>
            <a:ext cx="1075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 err="1" smtClean="0"/>
              <a:t>Generated</a:t>
            </a:r>
            <a:r>
              <a:rPr lang="de-DE" sz="1050" dirty="0" smtClean="0"/>
              <a:t> by </a:t>
            </a:r>
            <a:endParaRPr lang="de-DE" sz="1050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</p:sldLayoutIdLst>
  <p:hf hdr="0" dt="0"/>
  <p:txStyles>
    <p:titleStyle>
      <a:lvl1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+mj-lt"/>
          <a:ea typeface="+mj-ea"/>
          <a:cs typeface="+mj-cs"/>
          <a:sym typeface="Gill Sans Light" charset="0"/>
        </a:defRPr>
      </a:lvl1pPr>
      <a:lvl2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2pPr>
      <a:lvl3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3pPr>
      <a:lvl4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4pPr>
      <a:lvl5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9pPr>
    </p:titleStyle>
    <p:bodyStyle>
      <a:lvl1pPr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1pPr>
      <a:lvl2pPr marL="3429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2pPr>
      <a:lvl3pPr marL="685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3pPr>
      <a:lvl4pPr marL="10287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4pPr>
      <a:lvl5pPr marL="13716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5pPr>
      <a:lvl6pPr marL="1828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6pPr>
      <a:lvl7pPr marL="22860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7pPr>
      <a:lvl8pPr marL="27432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8pPr>
      <a:lvl9pPr marL="32004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1"/>
          <p:cNvSpPr>
            <a:spLocks/>
          </p:cNvSpPr>
          <p:nvPr/>
        </p:nvSpPr>
        <p:spPr bwMode="auto">
          <a:xfrm>
            <a:off x="2998788" y="6088063"/>
            <a:ext cx="6997700" cy="838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>
                <a:solidFill>
                  <a:srgbClr val="4C4C4C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Visual Boards </a:t>
            </a:r>
            <a:br>
              <a:rPr lang="de-DE" sz="2400">
                <a:solidFill>
                  <a:srgbClr val="4C4C4C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</a:br>
            <a:r>
              <a:rPr lang="de-DE" sz="2400">
                <a:solidFill>
                  <a:srgbClr val="4C4C4C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to leverage productivity</a:t>
            </a:r>
            <a:endParaRPr lang="de-DE"/>
          </a:p>
        </p:txBody>
      </p:sp>
      <p:pic>
        <p:nvPicPr>
          <p:cNvPr id="4098" name="Picture 2" descr="visbo_logo_transparent_flat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2379663"/>
            <a:ext cx="8509000" cy="353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751479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">
      <a:dk1>
        <a:srgbClr val="A5A5A5"/>
      </a:dk1>
      <a:lt1>
        <a:srgbClr val="414141"/>
      </a:lt1>
      <a:dk2>
        <a:srgbClr val="240041"/>
      </a:dk2>
      <a:lt2>
        <a:srgbClr val="484D4B"/>
      </a:lt2>
      <a:accent1>
        <a:srgbClr val="669AA4"/>
      </a:accent1>
      <a:accent2>
        <a:srgbClr val="930706"/>
      </a:accent2>
      <a:accent3>
        <a:srgbClr val="ACAAB0"/>
      </a:accent3>
      <a:accent4>
        <a:srgbClr val="363636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Benutzerdefiniert</PresentationFormat>
  <Paragraphs>1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tom</cp:lastModifiedBy>
  <cp:revision>88</cp:revision>
  <dcterms:modified xsi:type="dcterms:W3CDTF">2014-01-26T17:11:43Z</dcterms:modified>
</cp:coreProperties>
</file>