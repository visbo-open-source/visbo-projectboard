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48" r:id="rId1"/>
  </p:sldMasterIdLst>
  <p:notesMasterIdLst>
    <p:notesMasterId r:id="rId3"/>
  </p:notesMasterIdLst>
  <p:sldIdLst>
    <p:sldId id="268" r:id="rId2"/>
  </p:sldIdLst>
  <p:sldSz cx="13004800" cy="9753600"/>
  <p:notesSz cx="6858000" cy="9144000"/>
  <p:defaultTextStyle>
    <a:defPPr>
      <a:defRPr lang="de-DE"/>
    </a:defPPr>
    <a:lvl1pPr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1pPr>
    <a:lvl2pPr marL="3429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2pPr>
    <a:lvl3pPr marL="6858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3pPr>
    <a:lvl4pPr marL="10287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4pPr>
    <a:lvl5pPr marL="13716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5pPr>
    <a:lvl6pPr marL="22860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6pPr>
    <a:lvl7pPr marL="27432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7pPr>
    <a:lvl8pPr marL="32004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8pPr>
    <a:lvl9pPr marL="36576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7792" autoAdjust="0"/>
  </p:normalViewPr>
  <p:slideViewPr>
    <p:cSldViewPr>
      <p:cViewPr>
        <p:scale>
          <a:sx n="66" d="100"/>
          <a:sy n="66" d="100"/>
        </p:scale>
        <p:origin x="-480" y="-58"/>
      </p:cViewPr>
      <p:guideLst>
        <p:guide orient="horz" pos="3072"/>
        <p:guide pos="4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074" name="Rectangle 2"/>
          <p:cNvSpPr>
            <a:spLocks noGrp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smtClean="0">
                <a:sym typeface="Noteworthy Bold" charset="0"/>
              </a:rPr>
              <a:t>Click to edit Master text styles</a:t>
            </a:r>
          </a:p>
          <a:p>
            <a:pPr lvl="1"/>
            <a:r>
              <a:rPr lang="de-DE" smtClean="0">
                <a:sym typeface="Noteworthy Bold" charset="0"/>
              </a:rPr>
              <a:t>Second level</a:t>
            </a:r>
          </a:p>
          <a:p>
            <a:pPr lvl="2"/>
            <a:r>
              <a:rPr lang="de-DE" smtClean="0">
                <a:sym typeface="Noteworthy Bold" charset="0"/>
              </a:rPr>
              <a:t>Third level</a:t>
            </a:r>
          </a:p>
          <a:p>
            <a:pPr lvl="3"/>
            <a:r>
              <a:rPr lang="de-DE" smtClean="0">
                <a:sym typeface="Noteworthy Bold" charset="0"/>
              </a:rPr>
              <a:t>Fourth level</a:t>
            </a:r>
          </a:p>
          <a:p>
            <a:pPr lvl="4"/>
            <a:r>
              <a:rPr lang="de-DE" smtClean="0">
                <a:sym typeface="Noteworthy Bold" charset="0"/>
              </a:rPr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1673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1pPr>
    <a:lvl2pPr marL="3429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2pPr>
    <a:lvl3pPr marL="6858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3pPr>
    <a:lvl4pPr marL="10287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4pPr>
    <a:lvl5pPr marL="13716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de-DE" dirty="0" smtClean="0"/>
              <a:t>Titelmasterformat durch Klicken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84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355600" y="484312"/>
            <a:ext cx="12293600" cy="1282700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7727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270000" y="5130800"/>
            <a:ext cx="10464800" cy="127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1941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/>
          </p:cNvSpPr>
          <p:nvPr>
            <p:ph type="title"/>
          </p:nvPr>
        </p:nvSpPr>
        <p:spPr bwMode="auto">
          <a:xfrm>
            <a:off x="355600" y="7416800"/>
            <a:ext cx="12293600" cy="1282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 smtClean="0">
                <a:sym typeface="Gill Sans Light" charset="0"/>
              </a:rPr>
              <a:t>Click </a:t>
            </a:r>
            <a:r>
              <a:rPr lang="de-DE" dirty="0" err="1" smtClean="0">
                <a:sym typeface="Gill Sans Light" charset="0"/>
              </a:rPr>
              <a:t>to</a:t>
            </a:r>
            <a:r>
              <a:rPr lang="de-DE" dirty="0" smtClean="0">
                <a:sym typeface="Gill Sans Light" charset="0"/>
              </a:rPr>
              <a:t> </a:t>
            </a:r>
            <a:r>
              <a:rPr lang="de-DE" dirty="0" err="1" smtClean="0">
                <a:sym typeface="Gill Sans Light" charset="0"/>
              </a:rPr>
              <a:t>edit</a:t>
            </a:r>
            <a:r>
              <a:rPr lang="de-DE" dirty="0" smtClean="0">
                <a:sym typeface="Gill Sans Light" charset="0"/>
              </a:rPr>
              <a:t> Master title style</a:t>
            </a:r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2412" y="9316381"/>
            <a:ext cx="963712" cy="400031"/>
          </a:xfrm>
          <a:prstGeom prst="rect">
            <a:avLst/>
          </a:prstGeom>
        </p:spPr>
      </p:pic>
      <p:sp>
        <p:nvSpPr>
          <p:cNvPr id="4" name="Textfeld 3"/>
          <p:cNvSpPr txBox="1"/>
          <p:nvPr userDrawn="1"/>
        </p:nvSpPr>
        <p:spPr>
          <a:xfrm>
            <a:off x="10900492" y="941481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dirty="0" err="1" smtClean="0"/>
              <a:t>Generated</a:t>
            </a:r>
            <a:r>
              <a:rPr lang="de-DE" sz="1050" dirty="0" smtClean="0"/>
              <a:t> by </a:t>
            </a:r>
            <a:endParaRPr lang="de-DE" sz="1050" dirty="0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hf hdr="0" dt="0"/>
  <p:txStyles>
    <p:titleStyle>
      <a:lvl1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+mj-lt"/>
          <a:ea typeface="+mj-ea"/>
          <a:cs typeface="+mj-cs"/>
          <a:sym typeface="Gill Sans Light" charset="0"/>
        </a:defRPr>
      </a:lvl1pPr>
      <a:lvl2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2pPr>
      <a:lvl3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3pPr>
      <a:lvl4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4pPr>
      <a:lvl5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5pPr>
      <a:lvl6pPr marL="4572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6pPr>
      <a:lvl7pPr marL="9144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7pPr>
      <a:lvl8pPr marL="13716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8pPr>
      <a:lvl9pPr marL="18288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9pPr>
    </p:titleStyle>
    <p:bodyStyle>
      <a:lvl1pPr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1pPr>
      <a:lvl2pPr marL="3429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2pPr>
      <a:lvl3pPr marL="685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3pPr>
      <a:lvl4pPr marL="10287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4pPr>
      <a:lvl5pPr marL="13716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5pPr>
      <a:lvl6pPr marL="1828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6pPr>
      <a:lvl7pPr marL="22860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7pPr>
      <a:lvl8pPr marL="27432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8pPr>
      <a:lvl9pPr marL="32004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" name="AutoShape 1"/>
          <p:cNvSpPr>
            <a:spLocks/>
          </p:cNvSpPr>
          <p:nvPr/>
        </p:nvSpPr>
        <p:spPr bwMode="auto">
          <a:xfrm>
            <a:off x="2998788" y="6088063"/>
            <a:ext cx="6997700" cy="838200"/>
          </a:xfrm>
          <a:custGeom>
            <a:avLst/>
            <a:gdLst>
              <a:gd name="T0" fmla="*/ 10800 w 21600"/>
              <a:gd name="T1" fmla="*/ 10800 h 21600"/>
              <a:gd name="T2" fmla="*/ 10800 w 21600"/>
              <a:gd name="T3" fmla="*/ 10800 h 21600"/>
              <a:gd name="T4" fmla="*/ 10800 w 21600"/>
              <a:gd name="T5" fmla="*/ 10800 h 21600"/>
              <a:gd name="T6" fmla="*/ 10800 w 21600"/>
              <a:gd name="T7" fmla="*/ 108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21599" y="0"/>
                </a:lnTo>
                <a:lnTo>
                  <a:pt x="21599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r>
              <a:rPr lang="de-DE" sz="2400">
                <a:solidFill>
                  <a:srgbClr val="4C4C4C"/>
                </a:solidFill>
                <a:latin typeface="Helvetica" charset="0"/>
                <a:ea typeface="Helvetica" charset="0"/>
                <a:cs typeface="Helvetica" charset="0"/>
                <a:sym typeface="Helvetica" charset="0"/>
              </a:rPr>
              <a:t>Visual Boards </a:t>
            </a:r>
            <a:br>
              <a:rPr lang="de-DE" sz="2400">
                <a:solidFill>
                  <a:srgbClr val="4C4C4C"/>
                </a:solidFill>
                <a:latin typeface="Helvetica" charset="0"/>
                <a:ea typeface="Helvetica" charset="0"/>
                <a:cs typeface="Helvetica" charset="0"/>
                <a:sym typeface="Helvetica" charset="0"/>
              </a:rPr>
            </a:br>
            <a:r>
              <a:rPr lang="de-DE" sz="2400">
                <a:solidFill>
                  <a:srgbClr val="4C4C4C"/>
                </a:solidFill>
                <a:latin typeface="Helvetica" charset="0"/>
                <a:ea typeface="Helvetica" charset="0"/>
                <a:cs typeface="Helvetica" charset="0"/>
                <a:sym typeface="Helvetica" charset="0"/>
              </a:rPr>
              <a:t>to leverage productivity</a:t>
            </a:r>
            <a:endParaRPr lang="de-DE"/>
          </a:p>
        </p:txBody>
      </p:sp>
      <p:pic>
        <p:nvPicPr>
          <p:cNvPr id="4098" name="Picture 2" descr="visbo_logo_transparent_flat.tif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6900" y="2379663"/>
            <a:ext cx="8509000" cy="3532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27514797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Larissa">
  <a:themeElements>
    <a:clrScheme name="">
      <a:dk1>
        <a:srgbClr val="A5A5A5"/>
      </a:dk1>
      <a:lt1>
        <a:srgbClr val="414141"/>
      </a:lt1>
      <a:dk2>
        <a:srgbClr val="240041"/>
      </a:dk2>
      <a:lt2>
        <a:srgbClr val="484D4B"/>
      </a:lt2>
      <a:accent1>
        <a:srgbClr val="669AA4"/>
      </a:accent1>
      <a:accent2>
        <a:srgbClr val="930706"/>
      </a:accent2>
      <a:accent3>
        <a:srgbClr val="ACAAB0"/>
      </a:accent3>
      <a:accent4>
        <a:srgbClr val="363636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">
      <a:dk1>
        <a:srgbClr val="572E2D"/>
      </a:dk1>
      <a:lt1>
        <a:srgbClr val="2A5657"/>
      </a:lt1>
      <a:dk2>
        <a:srgbClr val="484D4B"/>
      </a:dk2>
      <a:lt2>
        <a:srgbClr val="A5A5A5"/>
      </a:lt2>
      <a:accent1>
        <a:srgbClr val="669AA4"/>
      </a:accent1>
      <a:accent2>
        <a:srgbClr val="930706"/>
      </a:accent2>
      <a:accent3>
        <a:srgbClr val="ACB4B4"/>
      </a:accent3>
      <a:accent4>
        <a:srgbClr val="492625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Benutzerdefiniert</PresentationFormat>
  <Paragraphs>1</Paragraphs>
  <Slides>1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2" baseType="lpstr">
      <vt:lpstr>Larissa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tom</dc:creator>
  <cp:lastModifiedBy>Ute</cp:lastModifiedBy>
  <cp:revision>89</cp:revision>
  <dcterms:modified xsi:type="dcterms:W3CDTF">2014-02-18T10:17:34Z</dcterms:modified>
</cp:coreProperties>
</file>