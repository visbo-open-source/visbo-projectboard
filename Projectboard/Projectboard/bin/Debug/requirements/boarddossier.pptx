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3004800" cy="9753600"/>
  <p:notesSz cx="6858000" cy="9144000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353" autoAdjust="0"/>
  </p:normalViewPr>
  <p:slideViewPr>
    <p:cSldViewPr>
      <p:cViewPr varScale="1">
        <p:scale>
          <a:sx n="38" d="100"/>
          <a:sy n="38" d="100"/>
        </p:scale>
        <p:origin x="-1812" y="-126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270000" y="5130800"/>
            <a:ext cx="10464800" cy="127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9987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384" y="9229297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871464" y="9327727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smtClean="0"/>
              <a:t>Generated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/>
          <p:cNvSpPr>
            <a:spLocks/>
          </p:cNvSpPr>
          <p:nvPr/>
        </p:nvSpPr>
        <p:spPr bwMode="auto">
          <a:xfrm>
            <a:off x="2998788" y="6088063"/>
            <a:ext cx="6997700" cy="8382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r>
              <a:rPr lang="de-DE" sz="2400" dirty="0" smtClean="0">
                <a:solidFill>
                  <a:srgbClr val="4C4C4C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Multiprojekt Übersichten</a:t>
            </a:r>
          </a:p>
          <a:p>
            <a:r>
              <a:rPr lang="de-DE" sz="1800" dirty="0" smtClean="0">
                <a:solidFill>
                  <a:srgbClr val="4C4C4C"/>
                </a:solidFill>
                <a:latin typeface="Helvetica" charset="0"/>
                <a:ea typeface="Helvetica" charset="0"/>
                <a:cs typeface="Helvetica" charset="0"/>
                <a:sym typeface="Helvetica" charset="0"/>
              </a:rPr>
              <a:t>Erzeugt durch den VISBO Report Generator © 2013 </a:t>
            </a:r>
          </a:p>
        </p:txBody>
      </p:sp>
      <p:pic>
        <p:nvPicPr>
          <p:cNvPr id="4098" name="Picture 2" descr="visbo_logo_transparent_flat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2379663"/>
            <a:ext cx="8509000" cy="353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10605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Benutzerdefiniert</PresentationFormat>
  <Paragraphs>2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89</cp:revision>
  <dcterms:modified xsi:type="dcterms:W3CDTF">2013-11-11T16:22:24Z</dcterms:modified>
</cp:coreProperties>
</file>