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6"/>
  </p:notesMasterIdLst>
  <p:sldIdLst>
    <p:sldId id="268" r:id="rId2"/>
    <p:sldId id="271" r:id="rId3"/>
    <p:sldId id="269" r:id="rId4"/>
    <p:sldId id="266" r:id="rId5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189" autoAdjust="0"/>
  </p:normalViewPr>
  <p:slideViewPr>
    <p:cSldViewPr>
      <p:cViewPr>
        <p:scale>
          <a:sx n="66" d="100"/>
          <a:sy n="66" d="100"/>
        </p:scale>
        <p:origin x="-750" y="-186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7" name="Rechteck 6"/>
          <p:cNvSpPr/>
          <p:nvPr/>
        </p:nvSpPr>
        <p:spPr bwMode="auto">
          <a:xfrm>
            <a:off x="525736" y="1780456"/>
            <a:ext cx="11881320" cy="633670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2400" dirty="0" smtClean="0">
                <a:solidFill>
                  <a:schemeClr val="bg2"/>
                </a:solidFill>
              </a:rPr>
              <a:t>Vergleich mit Vorlage</a:t>
            </a:r>
            <a:endParaRPr lang="de-DE" sz="2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93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7" name="Rechteck 6"/>
          <p:cNvSpPr/>
          <p:nvPr/>
        </p:nvSpPr>
        <p:spPr bwMode="auto">
          <a:xfrm>
            <a:off x="525736" y="1780456"/>
            <a:ext cx="11881320" cy="633670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2400" dirty="0" smtClean="0">
                <a:solidFill>
                  <a:schemeClr val="bg2"/>
                </a:solidFill>
              </a:rPr>
              <a:t>Vergleich mit letztem Stand</a:t>
            </a:r>
            <a:endParaRPr lang="de-DE" sz="2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910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Aktueller Planungstand Termine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Projektzie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492479"/>
              </p:ext>
            </p:extLst>
          </p:nvPr>
        </p:nvGraphicFramePr>
        <p:xfrm>
          <a:off x="597744" y="3796680"/>
          <a:ext cx="12097344" cy="64807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76064"/>
                <a:gridCol w="1872208"/>
                <a:gridCol w="1080120"/>
                <a:gridCol w="8568952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kern="1200" dirty="0" smtClean="0"/>
                        <a:t>Datum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Erläuterung</a:t>
                      </a:r>
                      <a:r>
                        <a:rPr lang="de-DE" sz="1400" dirty="0" smtClean="0"/>
                        <a:t> </a:t>
                      </a:r>
                      <a:r>
                        <a:rPr lang="de-DE" sz="1400" kern="1200" dirty="0" smtClean="0"/>
                        <a:t>der</a:t>
                      </a:r>
                      <a:r>
                        <a:rPr lang="de-DE" sz="1400" baseline="0" dirty="0" smtClean="0"/>
                        <a:t> </a:t>
                      </a:r>
                      <a:r>
                        <a:rPr lang="de-DE" sz="1400" kern="1200" dirty="0" smtClean="0"/>
                        <a:t>Projektleitung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hteck 6"/>
          <p:cNvSpPr/>
          <p:nvPr/>
        </p:nvSpPr>
        <p:spPr bwMode="auto">
          <a:xfrm>
            <a:off x="820394" y="1636440"/>
            <a:ext cx="11881320" cy="18002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2400" dirty="0"/>
              <a:t>Projekt-Grafik</a:t>
            </a:r>
            <a:endParaRPr lang="de-DE" sz="2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323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Plan Veränderungen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än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475514"/>
              </p:ext>
            </p:extLst>
          </p:nvPr>
        </p:nvGraphicFramePr>
        <p:xfrm>
          <a:off x="453728" y="3811379"/>
          <a:ext cx="12097341" cy="77738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73046"/>
                <a:gridCol w="2507272"/>
                <a:gridCol w="1728192"/>
                <a:gridCol w="720080"/>
                <a:gridCol w="1800200"/>
                <a:gridCol w="720080"/>
                <a:gridCol w="2016224"/>
                <a:gridCol w="720080"/>
                <a:gridCol w="1512167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Beauftragt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/>
                        <a:t>Letzter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baseline="0" dirty="0" smtClean="0"/>
                        <a:t>#</a:t>
                      </a:r>
                      <a:endParaRPr lang="de-DE" sz="1400" b="1" kern="1200" dirty="0" smtClean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 </a:t>
                      </a: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Aktueller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14.12.2013 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hteck 6"/>
          <p:cNvSpPr/>
          <p:nvPr/>
        </p:nvSpPr>
        <p:spPr bwMode="auto">
          <a:xfrm>
            <a:off x="820394" y="1636440"/>
            <a:ext cx="11881320" cy="18002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2400" dirty="0"/>
              <a:t>Projekt-Grafik</a:t>
            </a:r>
            <a:endParaRPr lang="de-DE" sz="2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032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292</Words>
  <Application>Microsoft Office PowerPoint</Application>
  <PresentationFormat>Benutzerdefiniert</PresentationFormat>
  <Paragraphs>180</Paragraphs>
  <Slides>4</Slides>
  <Notes>4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5" baseType="lpstr">
      <vt:lpstr>Larissa</vt:lpstr>
      <vt:lpstr>Projekt-Name</vt:lpstr>
      <vt:lpstr>Projekt-Name</vt:lpstr>
      <vt:lpstr>Aktueller Planungstand Termine</vt:lpstr>
      <vt:lpstr>Plan Veränderungen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90</cp:revision>
  <cp:lastPrinted>2013-11-11T22:44:44Z</cp:lastPrinted>
  <dcterms:modified xsi:type="dcterms:W3CDTF">2013-12-12T21:32:30Z</dcterms:modified>
</cp:coreProperties>
</file>