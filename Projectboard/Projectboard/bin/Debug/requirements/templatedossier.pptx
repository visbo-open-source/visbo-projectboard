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5"/>
  </p:notesMasterIdLst>
  <p:sldIdLst>
    <p:sldId id="268" r:id="rId2"/>
    <p:sldId id="266" r:id="rId3"/>
    <p:sldId id="267" r:id="rId4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792" autoAdjust="0"/>
  </p:normalViewPr>
  <p:slideViewPr>
    <p:cSldViewPr>
      <p:cViewPr>
        <p:scale>
          <a:sx n="66" d="100"/>
          <a:sy n="66" d="100"/>
        </p:scale>
        <p:origin x="-2016" y="18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Aktueller Planungstand Termine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Projektzie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6324"/>
              </p:ext>
            </p:extLst>
          </p:nvPr>
        </p:nvGraphicFramePr>
        <p:xfrm>
          <a:off x="453728" y="3508649"/>
          <a:ext cx="12097344" cy="64807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76064"/>
                <a:gridCol w="1872208"/>
                <a:gridCol w="1080120"/>
                <a:gridCol w="8568952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kern="1200" dirty="0" smtClean="0"/>
                        <a:t>Datum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Erläuterung</a:t>
                      </a:r>
                      <a:r>
                        <a:rPr lang="de-DE" sz="1400" dirty="0" smtClean="0"/>
                        <a:t> </a:t>
                      </a:r>
                      <a:r>
                        <a:rPr lang="de-DE" sz="1400" kern="1200" dirty="0" smtClean="0"/>
                        <a:t>der</a:t>
                      </a:r>
                      <a:r>
                        <a:rPr lang="de-DE" sz="1400" baseline="0" dirty="0" smtClean="0"/>
                        <a:t> </a:t>
                      </a:r>
                      <a:r>
                        <a:rPr lang="de-DE" sz="1400" kern="1200" dirty="0" smtClean="0"/>
                        <a:t>Projektleitung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381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Plan Veränderungen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än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915106"/>
              </p:ext>
            </p:extLst>
          </p:nvPr>
        </p:nvGraphicFramePr>
        <p:xfrm>
          <a:off x="453730" y="3508649"/>
          <a:ext cx="12097341" cy="77738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73046"/>
                <a:gridCol w="2507272"/>
                <a:gridCol w="1728192"/>
                <a:gridCol w="720080"/>
                <a:gridCol w="1800200"/>
                <a:gridCol w="720080"/>
                <a:gridCol w="2016224"/>
                <a:gridCol w="720080"/>
                <a:gridCol w="1512167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Beauftragt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 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/>
                        <a:t>Letzter </a:t>
                      </a:r>
                      <a:r>
                        <a:rPr lang="de-DE" sz="1400" kern="1200" dirty="0" smtClean="0"/>
                        <a:t>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baseline="0" dirty="0" smtClean="0"/>
                        <a:t>#</a:t>
                      </a:r>
                      <a:endParaRPr lang="de-DE" sz="1400" b="1" kern="1200" dirty="0" smtClean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 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Aktueller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 smtClean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14.12.2013 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032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8136904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8662640" y="1492424"/>
            <a:ext cx="4032448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Teilprojekte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Sonstige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Kosten</a:t>
            </a: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Gesamtkosten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graphicFrame>
        <p:nvGraphicFramePr>
          <p:cNvPr id="13" name="Tabelle 12" title="Tabelle Projekt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92023"/>
              </p:ext>
            </p:extLst>
          </p:nvPr>
        </p:nvGraphicFramePr>
        <p:xfrm>
          <a:off x="453728" y="7829128"/>
          <a:ext cx="12241360" cy="8053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10057"/>
                <a:gridCol w="11731303"/>
              </a:tblGrid>
              <a:tr h="360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800" kern="1200" dirty="0" smtClean="0"/>
                        <a:t>Aktuelle Gesamt-Einschätzung</a:t>
                      </a:r>
                      <a:r>
                        <a:rPr lang="de-DE" sz="1800" kern="1200" baseline="0" dirty="0" smtClean="0"/>
                        <a:t> des Projekts</a:t>
                      </a:r>
                      <a:endParaRPr lang="de-DE" sz="18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4395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  <a:latin typeface="+mn-lt"/>
                        </a:rPr>
                        <a:t>Erläuterung</a:t>
                      </a:r>
                      <a:endParaRPr lang="de-DE" sz="11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628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</Words>
  <Application>Microsoft Office PowerPoint</Application>
  <PresentationFormat>Benutzerdefiniert</PresentationFormat>
  <Paragraphs>148</Paragraphs>
  <Slides>3</Slides>
  <Notes>3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4" baseType="lpstr">
      <vt:lpstr>Larissa</vt:lpstr>
      <vt:lpstr>Aktueller Planungstand Termine</vt:lpstr>
      <vt:lpstr>Plan Veränderungen</vt:lpstr>
      <vt:lpstr>Projekt-Name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87</cp:revision>
  <cp:lastPrinted>2013-11-11T22:44:44Z</cp:lastPrinted>
  <dcterms:modified xsi:type="dcterms:W3CDTF">2013-11-11T22:55:36Z</dcterms:modified>
</cp:coreProperties>
</file>