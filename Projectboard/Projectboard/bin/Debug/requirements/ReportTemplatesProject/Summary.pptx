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3"/>
  </p:notesMasterIdLst>
  <p:sldIdLst>
    <p:sldId id="267" r:id="rId2"/>
  </p:sldIdLst>
  <p:sldSz cx="13004800" cy="9753600"/>
  <p:notesSz cx="6864350" cy="9996488"/>
  <p:defaultTextStyle>
    <a:defPPr>
      <a:defRPr lang="de-DE"/>
    </a:defPPr>
    <a:lvl1pPr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1pPr>
    <a:lvl2pPr marL="3429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2pPr>
    <a:lvl3pPr marL="6858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3pPr>
    <a:lvl4pPr marL="10287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4pPr>
    <a:lvl5pPr marL="1371600" algn="ctr" defTabSz="584200" rtl="0" fontAlgn="base" hangingPunct="0">
      <a:spcBef>
        <a:spcPct val="0"/>
      </a:spcBef>
      <a:spcAft>
        <a:spcPct val="0"/>
      </a:spcAft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5pPr>
    <a:lvl6pPr marL="22860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6pPr>
    <a:lvl7pPr marL="27432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7pPr>
    <a:lvl8pPr marL="32004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8pPr>
    <a:lvl9pPr marL="3657600" algn="l" defTabSz="914400" rtl="0" eaLnBrk="1" latinLnBrk="0" hangingPunct="1">
      <a:defRPr sz="3600" kern="1200">
        <a:solidFill>
          <a:srgbClr val="414141"/>
        </a:solidFill>
        <a:latin typeface="Gill Sans Light" charset="0"/>
        <a:ea typeface="Gill Sans Light" charset="0"/>
        <a:cs typeface="Gill Sans Light" charset="0"/>
        <a:sym typeface="Gill Sans Light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Helle Formatvorlage 1 - Akz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Helle Formatvorlage 2 - Akz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43314" autoAdjust="0"/>
  </p:normalViewPr>
  <p:slideViewPr>
    <p:cSldViewPr>
      <p:cViewPr>
        <p:scale>
          <a:sx n="66" d="100"/>
          <a:sy n="66" d="100"/>
        </p:scale>
        <p:origin x="-2016" y="648"/>
      </p:cViewPr>
      <p:guideLst>
        <p:guide orient="horz" pos="3072"/>
        <p:guide pos="4096"/>
      </p:guideLst>
    </p:cSldViewPr>
  </p:slideViewPr>
  <p:notesTextViewPr>
    <p:cViewPr>
      <p:scale>
        <a:sx n="1" d="1"/>
        <a:sy n="1" d="1"/>
      </p:scale>
      <p:origin x="0" y="4902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933450" y="749300"/>
            <a:ext cx="4997450" cy="374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3074" name="Rectangle 2"/>
          <p:cNvSpPr>
            <a:spLocks noGrp="1"/>
          </p:cNvSpPr>
          <p:nvPr>
            <p:ph type="body" sz="quarter" idx="3"/>
          </p:nvPr>
        </p:nvSpPr>
        <p:spPr bwMode="auto">
          <a:xfrm>
            <a:off x="915247" y="4748332"/>
            <a:ext cx="5033857" cy="44984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rnd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96341" tIns="48171" rIns="96341" bIns="4817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smtClean="0">
                <a:sym typeface="Noteworthy Bold" charset="0"/>
              </a:rPr>
              <a:t>Click to edit Master text styles</a:t>
            </a:r>
          </a:p>
          <a:p>
            <a:pPr lvl="1"/>
            <a:r>
              <a:rPr lang="de-DE" smtClean="0">
                <a:sym typeface="Noteworthy Bold" charset="0"/>
              </a:rPr>
              <a:t>Second level</a:t>
            </a:r>
          </a:p>
          <a:p>
            <a:pPr lvl="2"/>
            <a:r>
              <a:rPr lang="de-DE" smtClean="0">
                <a:sym typeface="Noteworthy Bold" charset="0"/>
              </a:rPr>
              <a:t>Third level</a:t>
            </a:r>
          </a:p>
          <a:p>
            <a:pPr lvl="3"/>
            <a:r>
              <a:rPr lang="de-DE" smtClean="0">
                <a:sym typeface="Noteworthy Bold" charset="0"/>
              </a:rPr>
              <a:t>Fourth level</a:t>
            </a:r>
          </a:p>
          <a:p>
            <a:pPr lvl="4"/>
            <a:r>
              <a:rPr lang="de-DE" smtClean="0">
                <a:sym typeface="Noteworthy Bold" charset="0"/>
              </a:rPr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41673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1pPr>
    <a:lvl2pPr marL="3429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2pPr>
    <a:lvl3pPr marL="6858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3pPr>
    <a:lvl4pPr marL="10287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4pPr>
    <a:lvl5pPr marL="1371600" algn="l" defTabSz="457200" rtl="0" fontAlgn="base" hangingPunct="0">
      <a:lnSpc>
        <a:spcPts val="3500"/>
      </a:lnSpc>
      <a:spcBef>
        <a:spcPct val="0"/>
      </a:spcBef>
      <a:spcAft>
        <a:spcPct val="0"/>
      </a:spcAft>
      <a:defRPr sz="2400" kern="1200">
        <a:solidFill>
          <a:srgbClr val="572E2D"/>
        </a:solidFill>
        <a:latin typeface="Noteworthy Bold" charset="0"/>
        <a:ea typeface="Noteworthy Bold" charset="0"/>
        <a:cs typeface="Noteworthy Bold" charset="0"/>
        <a:sym typeface="Noteworthy Bold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Projekt-Name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 &amp; Prognose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Projekt-Grafik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Meilenstein Trendanalyse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letztem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Vergleich mit Vorlage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Projektziele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Projektstatus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Veränderungen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letzter Stand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Tabelle Vergleich Beauftragung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Ergebnis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Strategie/Risiko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Teilprojekte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Personalbedarf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Strategischer Fit/Risiko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Trend Kennzahlen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Rolle(..)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Fortschritt Kostenart(..)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Personalkosten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Sonstige 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Gesamtkosten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Rolle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Soll-Ist1C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Soll-Ist2C Kostenart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Ampel-Farbe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Beschreibung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Stand: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Laufzeit:</a:t>
            </a: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Verantwortlich: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--------------------------------</a:t>
            </a:r>
          </a:p>
          <a:p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  <a:p>
            <a:r>
              <a:rPr lang="de-DE" sz="2800" kern="1200" dirty="0" smtClean="0">
                <a:solidFill>
                  <a:srgbClr val="572E2D"/>
                </a:solidFill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Phasen: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Business Case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Konzept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Entwicklung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Prototyp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</a:t>
            </a:r>
            <a:endParaRPr lang="de-DE" sz="28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Rollout</a:t>
            </a: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Meilensteine: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Projektskizze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Kosten-/Nutzen 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Wettbewerbsanalyse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Analyse Marktpotential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Grob-Konzept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Liste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Anbieter Shortlist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Benchmark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Empfehlung Anbieter</a:t>
            </a:r>
          </a:p>
          <a:p>
            <a:r>
              <a:rPr lang="de-DE" sz="2400" b="0" i="0" u="none" strike="noStrike" kern="1200" dirty="0" err="1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Use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 Cases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Architektur Dokument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Datenmodell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Funktionsfähigkeit der erfolgskritischen Merkmale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Testfall Dokumentation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90% Muss-Testfälle erfolgreich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Einführungsplan</a:t>
            </a:r>
            <a:r>
              <a:rPr lang="de-DE" sz="3200" dirty="0" smtClean="0"/>
              <a:t>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70% Anwender-Abdeckung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Rollen: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Projektleiter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GUI Spezialist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Analyst</a:t>
            </a:r>
            <a:r>
              <a:rPr lang="de-DE" sz="3200" dirty="0" smtClean="0"/>
              <a:t> </a:t>
            </a:r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Architekt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Entwickler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Tester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sym typeface="Noteworthy Bold" charset="0"/>
              </a:rPr>
              <a:t>Kostenarten: 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IT-Kosten</a:t>
            </a:r>
            <a:endParaRPr lang="de-DE" sz="3200" dirty="0" smtClean="0"/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Reise-Kosten</a:t>
            </a:r>
          </a:p>
          <a:p>
            <a:r>
              <a:rPr lang="de-DE" sz="2400" b="0" i="0" u="none" strike="noStrike" kern="1200" dirty="0" smtClean="0">
                <a:solidFill>
                  <a:srgbClr val="572E2D"/>
                </a:solidFill>
                <a:effectLst/>
                <a:latin typeface="Noteworthy Bold" charset="0"/>
                <a:ea typeface="Noteworthy Bold" charset="0"/>
                <a:cs typeface="Noteworthy Bold" charset="0"/>
                <a:sym typeface="Noteworthy Bold" charset="0"/>
              </a:rPr>
              <a:t>Trainings-Kosten</a:t>
            </a:r>
            <a:r>
              <a:rPr lang="de-DE" sz="3200" dirty="0" smtClean="0"/>
              <a:t> </a:t>
            </a:r>
            <a:endParaRPr lang="de-DE" sz="2400" b="0" i="0" u="none" strike="noStrike" kern="1200" dirty="0" smtClean="0">
              <a:solidFill>
                <a:srgbClr val="572E2D"/>
              </a:solidFill>
              <a:effectLst/>
              <a:latin typeface="Noteworthy Bold" charset="0"/>
              <a:sym typeface="Noteworthy Bold" charset="0"/>
            </a:endParaRPr>
          </a:p>
          <a:p>
            <a:r>
              <a:rPr lang="de-DE" sz="2800" smtClean="0"/>
              <a:t> </a:t>
            </a:r>
            <a:endParaRPr lang="de-DE" sz="2800" kern="1200" dirty="0" smtClean="0">
              <a:solidFill>
                <a:srgbClr val="572E2D"/>
              </a:solidFill>
              <a:latin typeface="Noteworthy Bold" charset="0"/>
              <a:ea typeface="Noteworthy Bold" charset="0"/>
              <a:cs typeface="Noteworthy Bold" charset="0"/>
              <a:sym typeface="Noteworthy Bold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220322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de-DE" dirty="0" smtClean="0"/>
              <a:t>Titelmasterformat durch Klicken bearbeiten</a:t>
            </a:r>
            <a:endParaRPr lang="de-DE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68434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355600" y="484312"/>
            <a:ext cx="12293600" cy="1282700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7727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blipFill dpi="0" rotWithShape="0">
          <a:blip r:embed="rId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Rectangle 1"/>
          <p:cNvSpPr>
            <a:spLocks noGrp="1"/>
          </p:cNvSpPr>
          <p:nvPr>
            <p:ph type="title"/>
          </p:nvPr>
        </p:nvSpPr>
        <p:spPr bwMode="auto">
          <a:xfrm>
            <a:off x="355600" y="7416800"/>
            <a:ext cx="12293600" cy="1282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de-DE" dirty="0" smtClean="0">
                <a:sym typeface="Gill Sans Light" charset="0"/>
              </a:rPr>
              <a:t>Click </a:t>
            </a:r>
            <a:r>
              <a:rPr lang="de-DE" dirty="0" err="1" smtClean="0">
                <a:sym typeface="Gill Sans Light" charset="0"/>
              </a:rPr>
              <a:t>to</a:t>
            </a:r>
            <a:r>
              <a:rPr lang="de-DE" dirty="0" smtClean="0">
                <a:sym typeface="Gill Sans Light" charset="0"/>
              </a:rPr>
              <a:t> </a:t>
            </a:r>
            <a:r>
              <a:rPr lang="de-DE" dirty="0" err="1" smtClean="0">
                <a:sym typeface="Gill Sans Light" charset="0"/>
              </a:rPr>
              <a:t>edit</a:t>
            </a:r>
            <a:r>
              <a:rPr lang="de-DE" dirty="0" smtClean="0">
                <a:sym typeface="Gill Sans Light" charset="0"/>
              </a:rPr>
              <a:t> Master title style</a:t>
            </a:r>
          </a:p>
        </p:txBody>
      </p:sp>
      <p:pic>
        <p:nvPicPr>
          <p:cNvPr id="3" name="Grafik 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32412" y="9316381"/>
            <a:ext cx="963712" cy="400031"/>
          </a:xfrm>
          <a:prstGeom prst="rect">
            <a:avLst/>
          </a:prstGeom>
        </p:spPr>
      </p:pic>
      <p:sp>
        <p:nvSpPr>
          <p:cNvPr id="4" name="Textfeld 3"/>
          <p:cNvSpPr txBox="1"/>
          <p:nvPr userDrawn="1"/>
        </p:nvSpPr>
        <p:spPr>
          <a:xfrm>
            <a:off x="10900492" y="9414811"/>
            <a:ext cx="107593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 err="1" smtClean="0"/>
              <a:t>Generated</a:t>
            </a:r>
            <a:r>
              <a:rPr lang="de-DE" sz="1050" dirty="0" smtClean="0"/>
              <a:t> by </a:t>
            </a:r>
            <a:endParaRPr lang="de-DE" sz="1050" dirty="0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50" r:id="rId1"/>
    <p:sldLayoutId id="2147483654" r:id="rId2"/>
  </p:sldLayoutIdLst>
  <p:timing>
    <p:tnLst>
      <p:par>
        <p:cTn id="1" dur="indefinite" restart="never" nodeType="tmRoot"/>
      </p:par>
    </p:tnLst>
  </p:timing>
  <p:hf hdr="0" dt="0"/>
  <p:txStyles>
    <p:titleStyle>
      <a:lvl1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+mj-lt"/>
          <a:ea typeface="+mj-ea"/>
          <a:cs typeface="+mj-cs"/>
          <a:sym typeface="Gill Sans Light" charset="0"/>
        </a:defRPr>
      </a:lvl1pPr>
      <a:lvl2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2pPr>
      <a:lvl3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3pPr>
      <a:lvl4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4pPr>
      <a:lvl5pPr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7200">
          <a:solidFill>
            <a:srgbClr val="414141"/>
          </a:solidFill>
          <a:latin typeface="Gill Sans Light" charset="0"/>
          <a:ea typeface="Gill Sans Light" charset="0"/>
          <a:cs typeface="Gill Sans Light" charset="0"/>
          <a:sym typeface="Gill Sans Light" charset="0"/>
        </a:defRPr>
      </a:lvl9pPr>
    </p:titleStyle>
    <p:bodyStyle>
      <a:lvl1pPr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1pPr>
      <a:lvl2pPr marL="3429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2pPr>
      <a:lvl3pPr marL="685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3pPr>
      <a:lvl4pPr marL="10287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4pPr>
      <a:lvl5pPr marL="13716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5pPr>
      <a:lvl6pPr marL="18288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6pPr>
      <a:lvl7pPr marL="22860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7pPr>
      <a:lvl8pPr marL="27432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8pPr>
      <a:lvl9pPr marL="3200400" algn="ctr" defTabSz="584200" rtl="0" fontAlgn="base" hangingPunct="0">
        <a:spcBef>
          <a:spcPct val="0"/>
        </a:spcBef>
        <a:spcAft>
          <a:spcPct val="0"/>
        </a:spcAft>
        <a:defRPr sz="3600">
          <a:solidFill>
            <a:srgbClr val="414141"/>
          </a:solidFill>
          <a:latin typeface="+mn-lt"/>
          <a:ea typeface="+mn-ea"/>
          <a:cs typeface="+mn-cs"/>
          <a:sym typeface="Gill Sans Light" charset="0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245915"/>
          </a:xfrm>
        </p:spPr>
        <p:txBody>
          <a:bodyPr/>
          <a:lstStyle/>
          <a:p>
            <a:r>
              <a:rPr lang="de-DE" sz="4400" dirty="0" smtClean="0"/>
              <a:t>Projekt-Name</a:t>
            </a:r>
            <a:endParaRPr lang="de-DE" dirty="0"/>
          </a:p>
        </p:txBody>
      </p:sp>
      <p:sp>
        <p:nvSpPr>
          <p:cNvPr id="8" name="Rechteck 7"/>
          <p:cNvSpPr/>
          <p:nvPr/>
        </p:nvSpPr>
        <p:spPr bwMode="auto">
          <a:xfrm>
            <a:off x="453728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de-DE" sz="1400" b="0" i="0" u="none" strike="noStrike" cap="none" normalizeH="0" baseline="0" dirty="0" smtClean="0">
                <a:ln>
                  <a:noFill/>
                </a:ln>
                <a:solidFill>
                  <a:schemeClr val="bg2"/>
                </a:solidFill>
                <a:effectLst/>
                <a:latin typeface="Gill Sans Light" charset="0"/>
                <a:ea typeface="Gill Sans Light" charset="0"/>
                <a:cs typeface="Gill Sans Light" charset="0"/>
                <a:sym typeface="Gill Sans Light" charset="0"/>
              </a:rPr>
              <a:t>Ergebnis</a:t>
            </a:r>
            <a:endParaRPr kumimoji="0" lang="de-DE" sz="1800" b="0" i="0" u="none" strike="noStrike" cap="none" normalizeH="0" baseline="0" dirty="0" smtClean="0">
              <a:ln>
                <a:noFill/>
              </a:ln>
              <a:solidFill>
                <a:schemeClr val="bg2"/>
              </a:solidFill>
              <a:effectLst/>
              <a:latin typeface="Gill Sans Light" charset="0"/>
              <a:ea typeface="Gill Sans Light" charset="0"/>
              <a:cs typeface="Gill Sans Light" charset="0"/>
              <a:sym typeface="Gill Sans Light" charset="0"/>
            </a:endParaRPr>
          </a:p>
        </p:txBody>
      </p:sp>
      <p:sp>
        <p:nvSpPr>
          <p:cNvPr id="10" name="Rechteck 9"/>
          <p:cNvSpPr/>
          <p:nvPr/>
        </p:nvSpPr>
        <p:spPr bwMode="auto">
          <a:xfrm>
            <a:off x="45372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Stand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4" name="Rechteck 13"/>
          <p:cNvSpPr/>
          <p:nvPr/>
        </p:nvSpPr>
        <p:spPr bwMode="auto">
          <a:xfrm>
            <a:off x="921696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Verantwortlich:</a:t>
            </a:r>
          </a:p>
        </p:txBody>
      </p:sp>
      <p:sp>
        <p:nvSpPr>
          <p:cNvPr id="15" name="Rechteck 14"/>
          <p:cNvSpPr/>
          <p:nvPr/>
        </p:nvSpPr>
        <p:spPr bwMode="auto">
          <a:xfrm>
            <a:off x="4835348" y="8909248"/>
            <a:ext cx="3478120" cy="340094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 algn="l"/>
            <a:r>
              <a:rPr lang="de-DE" sz="1400" dirty="0">
                <a:solidFill>
                  <a:schemeClr val="bg2"/>
                </a:solidFill>
              </a:rPr>
              <a:t>Laufzeit</a:t>
            </a:r>
            <a:r>
              <a:rPr lang="de-DE" sz="1400" dirty="0" smtClean="0">
                <a:solidFill>
                  <a:schemeClr val="bg2"/>
                </a:solidFill>
              </a:rPr>
              <a:t>: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8" name="Rechteck 17"/>
          <p:cNvSpPr/>
          <p:nvPr/>
        </p:nvSpPr>
        <p:spPr bwMode="auto">
          <a:xfrm>
            <a:off x="6646416" y="1492424"/>
            <a:ext cx="6048672" cy="3240360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pPr marL="342900"/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Teilprojekte</a:t>
            </a:r>
            <a:endParaRPr lang="de-DE" sz="1400" dirty="0">
              <a:solidFill>
                <a:schemeClr val="bg2"/>
              </a:solidFill>
            </a:endParaRPr>
          </a:p>
        </p:txBody>
      </p:sp>
      <p:sp>
        <p:nvSpPr>
          <p:cNvPr id="19" name="Rechteck 18"/>
          <p:cNvSpPr/>
          <p:nvPr/>
        </p:nvSpPr>
        <p:spPr bwMode="auto">
          <a:xfrm>
            <a:off x="4558184" y="4804792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Sonstige </a:t>
            </a:r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Kosten</a:t>
            </a:r>
          </a:p>
        </p:txBody>
      </p:sp>
      <p:sp>
        <p:nvSpPr>
          <p:cNvPr id="20" name="Rechteck 19"/>
          <p:cNvSpPr/>
          <p:nvPr/>
        </p:nvSpPr>
        <p:spPr bwMode="auto">
          <a:xfrm>
            <a:off x="453728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 smtClean="0">
                <a:solidFill>
                  <a:schemeClr val="bg2"/>
                </a:solidFill>
                <a:sym typeface="Noteworthy Bold" charset="0"/>
              </a:rPr>
              <a:t>Personalkosten</a:t>
            </a:r>
            <a:endParaRPr lang="de-DE" sz="1400" dirty="0">
              <a:solidFill>
                <a:schemeClr val="bg2"/>
              </a:solidFill>
              <a:sym typeface="Noteworthy Bold" charset="0"/>
            </a:endParaRPr>
          </a:p>
        </p:txBody>
      </p:sp>
      <p:sp>
        <p:nvSpPr>
          <p:cNvPr id="11" name="Rechteck 10"/>
          <p:cNvSpPr/>
          <p:nvPr/>
        </p:nvSpPr>
        <p:spPr bwMode="auto">
          <a:xfrm>
            <a:off x="8659422" y="4805237"/>
            <a:ext cx="4032448" cy="2756373"/>
          </a:xfrm>
          <a:prstGeom prst="rect">
            <a:avLst/>
          </a:prstGeom>
          <a:solidFill>
            <a:srgbClr val="FFFFFF"/>
          </a:solidFill>
          <a:ln w="38100" cap="flat" cmpd="sng" algn="ctr">
            <a:solidFill>
              <a:schemeClr val="accent1">
                <a:lumMod val="75000"/>
              </a:schemeClr>
            </a:solidFill>
            <a:prstDash val="solid"/>
            <a:miter lim="0"/>
            <a:headEnd type="none" w="med" len="med"/>
            <a:tailEnd type="none" w="med" len="med"/>
          </a:ln>
          <a:effectLst>
            <a:innerShdw blurRad="63500" dist="50800" dir="18900000">
              <a:prstClr val="black">
                <a:alpha val="50000"/>
              </a:prstClr>
            </a:innerShdw>
            <a:softEdge rad="12700"/>
          </a:effectLst>
          <a:ex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</a:bodyPr>
          <a:lstStyle/>
          <a:p>
            <a:r>
              <a:rPr lang="de-DE" sz="1400" dirty="0">
                <a:solidFill>
                  <a:schemeClr val="bg2"/>
                </a:solidFill>
                <a:sym typeface="Noteworthy Bold" charset="0"/>
              </a:rPr>
              <a:t>Soll-Ist1 Gesamtkosten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6296842" y="7562190"/>
            <a:ext cx="652774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800" dirty="0" smtClean="0"/>
              <a:t>Werte sind auf ganze Zahlen gerundet – deswegen kann es zu kleinen Unterschieden zwischen Detail- und Summenbetrachtung kommen </a:t>
            </a:r>
            <a:endParaRPr lang="de-DE" sz="800" dirty="0"/>
          </a:p>
        </p:txBody>
      </p:sp>
      <p:graphicFrame>
        <p:nvGraphicFramePr>
          <p:cNvPr id="13" name="Tabelle 12" title="Tabelle Projektstatu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2992023"/>
              </p:ext>
            </p:extLst>
          </p:nvPr>
        </p:nvGraphicFramePr>
        <p:xfrm>
          <a:off x="453728" y="7829128"/>
          <a:ext cx="12241360" cy="805300"/>
        </p:xfrm>
        <a:graphic>
          <a:graphicData uri="http://schemas.openxmlformats.org/drawingml/2006/table">
            <a:tbl>
              <a:tblPr firstRow="1" bandRow="1">
                <a:tableStyleId>{5A111915-BE36-4E01-A7E5-04B1672EAD32}</a:tableStyleId>
              </a:tblPr>
              <a:tblGrid>
                <a:gridCol w="510057"/>
                <a:gridCol w="11731303"/>
              </a:tblGrid>
              <a:tr h="3600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dirty="0">
                        <a:solidFill>
                          <a:srgbClr val="FFFFFF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800" kern="1200" dirty="0" smtClean="0"/>
                        <a:t>Aktuelle Gesamt-Einschätzung</a:t>
                      </a:r>
                      <a:r>
                        <a:rPr lang="de-DE" sz="1800" kern="1200" baseline="0" dirty="0" smtClean="0"/>
                        <a:t> des Projekts</a:t>
                      </a:r>
                      <a:endParaRPr lang="de-DE" sz="1800" b="1" kern="1200" dirty="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</a:tr>
              <a:tr h="43954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endParaRPr lang="de-DE" sz="1000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Gill Sans Light"/>
                          <a:ea typeface="ヒラギノ角ゴ ProN W3"/>
                          <a:cs typeface="ヒラギノ角ゴ ProN W3"/>
                        </a:defRPr>
                      </a:lvl9pPr>
                    </a:lstStyle>
                    <a:p>
                      <a:r>
                        <a:rPr lang="de-DE" sz="1100" dirty="0" smtClean="0">
                          <a:solidFill>
                            <a:schemeClr val="bg1"/>
                          </a:solidFill>
                          <a:latin typeface="+mn-lt"/>
                        </a:rPr>
                        <a:t>Erläuterung</a:t>
                      </a:r>
                      <a:endParaRPr lang="de-DE" sz="1100" dirty="0">
                        <a:solidFill>
                          <a:schemeClr val="bg1"/>
                        </a:solidFill>
                        <a:latin typeface="+mn-lt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8628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Larissa">
  <a:themeElements>
    <a:clrScheme name="">
      <a:dk1>
        <a:srgbClr val="A5A5A5"/>
      </a:dk1>
      <a:lt1>
        <a:srgbClr val="414141"/>
      </a:lt1>
      <a:dk2>
        <a:srgbClr val="240041"/>
      </a:dk2>
      <a:lt2>
        <a:srgbClr val="484D4B"/>
      </a:lt2>
      <a:accent1>
        <a:srgbClr val="669AA4"/>
      </a:accent1>
      <a:accent2>
        <a:srgbClr val="930706"/>
      </a:accent2>
      <a:accent3>
        <a:srgbClr val="ACAAB0"/>
      </a:accent3>
      <a:accent4>
        <a:srgbClr val="363636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6D7472"/>
        </a:solidFill>
        <a:ln>
          <a:noFill/>
        </a:ln>
        <a:effectLst/>
        <a:extLst>
          <a:ext uri="{91240B29-F687-4F45-9708-019B960494DF}">
            <a14:hiddenLine xmlns:a14="http://schemas.microsoft.com/office/drawing/2010/main" w="12700" cap="flat" cmpd="sng" algn="ctr">
              <a:solidFill>
                <a:schemeClr val="tx1"/>
              </a:solidFill>
              <a:prstDash val="solid"/>
              <a:miter lim="0"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50800" tIns="50800" rIns="50800" bIns="50800" numCol="1" anchor="ctr" anchorCtr="0" compatLnSpc="1">
        <a:prstTxWarp prst="textNoShape">
          <a:avLst/>
        </a:prstTxWarp>
      </a:bodyPr>
      <a:lstStyle>
        <a:defPPr marL="34290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3600" b="0" i="0" u="none" strike="noStrike" cap="none" normalizeH="0" baseline="0" smtClean="0">
            <a:ln>
              <a:noFill/>
            </a:ln>
            <a:solidFill>
              <a:srgbClr val="414141"/>
            </a:solidFill>
            <a:effectLst/>
            <a:latin typeface="Gill Sans Light" charset="0"/>
            <a:ea typeface="Gill Sans Light" charset="0"/>
            <a:cs typeface="Gill Sans Light" charset="0"/>
            <a:sym typeface="Gill Sans Light" charset="0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Larissa">
  <a:themeElements>
    <a:clrScheme name="">
      <a:dk1>
        <a:srgbClr val="572E2D"/>
      </a:dk1>
      <a:lt1>
        <a:srgbClr val="2A5657"/>
      </a:lt1>
      <a:dk2>
        <a:srgbClr val="484D4B"/>
      </a:dk2>
      <a:lt2>
        <a:srgbClr val="A5A5A5"/>
      </a:lt2>
      <a:accent1>
        <a:srgbClr val="669AA4"/>
      </a:accent1>
      <a:accent2>
        <a:srgbClr val="930706"/>
      </a:accent2>
      <a:accent3>
        <a:srgbClr val="ACB4B4"/>
      </a:accent3>
      <a:accent4>
        <a:srgbClr val="492625"/>
      </a:accent4>
      <a:accent5>
        <a:srgbClr val="B8CACF"/>
      </a:accent5>
      <a:accent6>
        <a:srgbClr val="850605"/>
      </a:accent6>
      <a:hlink>
        <a:srgbClr val="0000FF"/>
      </a:hlink>
      <a:folHlink>
        <a:srgbClr val="FF00FF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</Words>
  <Application>Microsoft Office PowerPoint</Application>
  <PresentationFormat>Benutzerdefiniert</PresentationFormat>
  <Paragraphs>104</Paragraphs>
  <Slides>1</Slides>
  <Notes>1</Notes>
  <HiddenSlides>0</HiddenSlides>
  <MMClips>0</MMClips>
  <ScaleCrop>false</ScaleCrop>
  <HeadingPairs>
    <vt:vector size="4" baseType="variant"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2" baseType="lpstr">
      <vt:lpstr>Larissa</vt:lpstr>
      <vt:lpstr>Projekt-Name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tom</dc:creator>
  <cp:lastModifiedBy>tom</cp:lastModifiedBy>
  <cp:revision>101</cp:revision>
  <cp:lastPrinted>2013-11-11T22:44:44Z</cp:lastPrinted>
  <dcterms:modified xsi:type="dcterms:W3CDTF">2014-03-02T11:43:35Z</dcterms:modified>
</cp:coreProperties>
</file>