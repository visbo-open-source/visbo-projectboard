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3"/>
  </p:notesMasterIdLst>
  <p:sldIdLst>
    <p:sldId id="267" r:id="rId2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3314" autoAdjust="0"/>
  </p:normalViewPr>
  <p:slideViewPr>
    <p:cSldViewPr>
      <p:cViewPr>
        <p:scale>
          <a:sx n="66" d="100"/>
          <a:sy n="66" d="100"/>
        </p:scale>
        <p:origin x="-2016" y="648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500" dirty="0" smtClean="0"/>
              <a:t>Projekt-Name</a:t>
            </a:r>
          </a:p>
          <a:p>
            <a:r>
              <a:rPr lang="de-DE" sz="2500" dirty="0" smtClean="0"/>
              <a:t>Ergebnis</a:t>
            </a:r>
          </a:p>
          <a:p>
            <a:r>
              <a:rPr lang="de-DE" sz="2500" dirty="0" smtClean="0"/>
              <a:t>Strategie/Risiko</a:t>
            </a:r>
          </a:p>
          <a:p>
            <a:r>
              <a:rPr lang="de-DE" sz="2500" dirty="0" smtClean="0"/>
              <a:t>Teilprojekte</a:t>
            </a:r>
          </a:p>
          <a:p>
            <a:r>
              <a:rPr lang="de-DE" sz="2500" dirty="0" smtClean="0"/>
              <a:t>Personalbedarf</a:t>
            </a:r>
          </a:p>
          <a:p>
            <a:r>
              <a:rPr lang="de-DE" sz="2500" dirty="0" smtClean="0"/>
              <a:t>Personalkosten</a:t>
            </a:r>
          </a:p>
          <a:p>
            <a:r>
              <a:rPr lang="de-DE" sz="2500" dirty="0" smtClean="0"/>
              <a:t>Sonstige Kosten</a:t>
            </a:r>
          </a:p>
          <a:p>
            <a:r>
              <a:rPr lang="de-DE" sz="2500" dirty="0" smtClean="0"/>
              <a:t>Gesamtkosten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28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Projekt-Grafik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3600" dirty="0" smtClean="0"/>
              <a:t>Vergleich mit Vorlage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4400" dirty="0" smtClean="0"/>
              <a:t>Vergleich mit Beauftragung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  <a:endParaRPr kumimoji="0" lang="de-DE" sz="5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44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r>
              <a:rPr lang="de-DE" sz="2500" dirty="0" smtClean="0"/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  <a:endParaRPr lang="de-DE" sz="2500" dirty="0" smtClean="0"/>
          </a:p>
          <a:p>
            <a:r>
              <a:rPr lang="de-DE" sz="2500" dirty="0" smtClean="0"/>
              <a:t>Tabelle Vergleich letzter Stand</a:t>
            </a:r>
          </a:p>
          <a:p>
            <a:r>
              <a:rPr lang="de-DE" sz="2500" dirty="0" smtClean="0"/>
              <a:t>Tabelle Vergleich Beauftragung</a:t>
            </a:r>
          </a:p>
          <a:p>
            <a:endParaRPr lang="de-DE" sz="2500" dirty="0" smtClean="0"/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800" dirty="0" smtClean="0"/>
              <a:t>Meilenstein Trendanalyse(..)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pPr marL="0" marR="0" indent="0" algn="l" defTabSz="457200" rtl="0" eaLnBrk="1" fontAlgn="base" latinLnBrk="0" hangingPunct="0">
              <a:lnSpc>
                <a:spcPts val="35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  <a:p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Fortschritt Personalkosten</a:t>
            </a:r>
          </a:p>
          <a:p>
            <a:r>
              <a:rPr lang="de-DE" sz="2500" dirty="0" smtClean="0"/>
              <a:t>Fortschritt Sonstige Kosten</a:t>
            </a:r>
          </a:p>
          <a:p>
            <a:r>
              <a:rPr lang="de-DE" sz="2500" dirty="0" smtClean="0"/>
              <a:t>Fortschritt Gesamtkosten</a:t>
            </a:r>
          </a:p>
          <a:p>
            <a:r>
              <a:rPr lang="de-DE" sz="2500" dirty="0" smtClean="0"/>
              <a:t>Fortschritt Rolle(…)</a:t>
            </a:r>
          </a:p>
          <a:p>
            <a:r>
              <a:rPr lang="de-DE" sz="2500" dirty="0" smtClean="0"/>
              <a:t>Fortschritt Kostenart(…)</a:t>
            </a:r>
          </a:p>
          <a:p>
            <a:endParaRPr lang="de-DE" sz="2500" dirty="0" smtClean="0"/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  <a:endParaRPr lang="de-DE" sz="2500" dirty="0" smtClean="0"/>
          </a:p>
          <a:p>
            <a:endParaRPr lang="de-DE" sz="2500" dirty="0" smtClean="0"/>
          </a:p>
          <a:p>
            <a:r>
              <a:rPr lang="de-DE" sz="2500" dirty="0" smtClean="0"/>
              <a:t>Soll-Ist1 Personalkosten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Personalkosten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Sonstige 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Sonstige 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Gesamtkosten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Gesamtkosten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Rolle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Rolle (…)</a:t>
            </a:r>
          </a:p>
          <a:p>
            <a:endParaRPr lang="de-DE" sz="2500" dirty="0" smtClean="0"/>
          </a:p>
          <a:p>
            <a:r>
              <a:rPr lang="de-DE" sz="2500" dirty="0" smtClean="0"/>
              <a:t>Soll-Ist1 Kostenart (…)</a:t>
            </a:r>
          </a:p>
          <a:p>
            <a:pPr defTabSz="481706">
              <a:lnSpc>
                <a:spcPts val="3688"/>
              </a:lnSpc>
              <a:defRPr/>
            </a:pPr>
            <a:r>
              <a:rPr lang="de-DE" sz="2500" dirty="0" smtClean="0"/>
              <a:t>Soll-Ist2 Kostenart (…)</a:t>
            </a:r>
          </a:p>
          <a:p>
            <a:endParaRPr lang="de-DE" sz="2500" dirty="0" smtClean="0"/>
          </a:p>
          <a:p>
            <a:r>
              <a:rPr lang="de-DE" sz="2500" dirty="0" smtClean="0"/>
              <a:t>Ampel-Farbe</a:t>
            </a:r>
          </a:p>
          <a:p>
            <a:r>
              <a:rPr lang="de-DE" sz="2500" dirty="0" smtClean="0"/>
              <a:t>Beschreibung</a:t>
            </a:r>
          </a:p>
          <a:p>
            <a:r>
              <a:rPr lang="de-DE" sz="2500" dirty="0" smtClean="0"/>
              <a:t>Stand:</a:t>
            </a:r>
          </a:p>
          <a:p>
            <a:r>
              <a:rPr lang="de-DE" sz="2500" dirty="0" smtClean="0"/>
              <a:t>Laufzeit:</a:t>
            </a:r>
          </a:p>
          <a:p>
            <a:r>
              <a:rPr lang="de-DE" sz="2500" dirty="0" smtClean="0"/>
              <a:t>Verantwortlich: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timing>
    <p:tnLst>
      <p:par>
        <p:cTn id="1" dur="indefinite" restart="never" nodeType="tmRoot"/>
      </p:par>
    </p:tnLst>
  </p:timing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Projekt-Name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sz="1400" b="0" i="0" u="none" strike="noStrike" cap="none" normalizeH="0" baseline="0" dirty="0" smtClean="0">
                <a:ln>
                  <a:noFill/>
                </a:ln>
                <a:solidFill>
                  <a:schemeClr val="bg2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rPr>
              <a:t>Ergebnis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09248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8" name="Rechteck 17"/>
          <p:cNvSpPr/>
          <p:nvPr/>
        </p:nvSpPr>
        <p:spPr bwMode="auto">
          <a:xfrm>
            <a:off x="6646416" y="1492424"/>
            <a:ext cx="6048672" cy="324036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Teilprojekte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9" name="Rechteck 18"/>
          <p:cNvSpPr/>
          <p:nvPr/>
        </p:nvSpPr>
        <p:spPr bwMode="auto">
          <a:xfrm>
            <a:off x="4558184" y="4804792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Sonstige </a:t>
            </a:r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Kosten</a:t>
            </a:r>
          </a:p>
        </p:txBody>
      </p:sp>
      <p:sp>
        <p:nvSpPr>
          <p:cNvPr id="20" name="Rechteck 19"/>
          <p:cNvSpPr/>
          <p:nvPr/>
        </p:nvSpPr>
        <p:spPr bwMode="auto">
          <a:xfrm>
            <a:off x="453728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 smtClean="0">
                <a:solidFill>
                  <a:schemeClr val="bg2"/>
                </a:solidFill>
                <a:sym typeface="Noteworthy Bold" charset="0"/>
              </a:rPr>
              <a:t>Personalkosten</a:t>
            </a:r>
            <a:endParaRPr lang="de-DE" sz="1400" dirty="0">
              <a:solidFill>
                <a:schemeClr val="bg2"/>
              </a:solidFill>
              <a:sym typeface="Noteworthy Bold" charset="0"/>
            </a:endParaRPr>
          </a:p>
        </p:txBody>
      </p:sp>
      <p:sp>
        <p:nvSpPr>
          <p:cNvPr id="11" name="Rechteck 10"/>
          <p:cNvSpPr/>
          <p:nvPr/>
        </p:nvSpPr>
        <p:spPr bwMode="auto">
          <a:xfrm>
            <a:off x="8659422" y="4805237"/>
            <a:ext cx="4032448" cy="2756373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r>
              <a:rPr lang="de-DE" sz="1400" dirty="0">
                <a:solidFill>
                  <a:schemeClr val="bg2"/>
                </a:solidFill>
                <a:sym typeface="Noteworthy Bold" charset="0"/>
              </a:rPr>
              <a:t>Soll-Ist1 Gesamtkosten</a:t>
            </a:r>
          </a:p>
        </p:txBody>
      </p:sp>
      <p:sp>
        <p:nvSpPr>
          <p:cNvPr id="12" name="Textfeld 11"/>
          <p:cNvSpPr txBox="1"/>
          <p:nvPr/>
        </p:nvSpPr>
        <p:spPr>
          <a:xfrm>
            <a:off x="6296842" y="7562190"/>
            <a:ext cx="652774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 smtClean="0"/>
              <a:t>Werte sind auf ganze Zahlen gerundet – deswegen kann es zu kleinen Unterschieden zwischen Detail- und Summenbetrachtung kommen </a:t>
            </a:r>
            <a:endParaRPr lang="de-DE" sz="800" dirty="0"/>
          </a:p>
        </p:txBody>
      </p:sp>
      <p:graphicFrame>
        <p:nvGraphicFramePr>
          <p:cNvPr id="13" name="Tabelle 12" title="Tabelle Projekt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2992023"/>
              </p:ext>
            </p:extLst>
          </p:nvPr>
        </p:nvGraphicFramePr>
        <p:xfrm>
          <a:off x="453728" y="7829128"/>
          <a:ext cx="12241360" cy="805300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10057"/>
                <a:gridCol w="11731303"/>
              </a:tblGrid>
              <a:tr h="3600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dirty="0">
                        <a:solidFill>
                          <a:srgbClr val="FFFFFF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800" kern="1200" dirty="0" smtClean="0"/>
                        <a:t>Aktuelle Gesamt-Einschätzung</a:t>
                      </a:r>
                      <a:r>
                        <a:rPr lang="de-DE" sz="1800" kern="1200" baseline="0" dirty="0" smtClean="0"/>
                        <a:t> des Projekts</a:t>
                      </a:r>
                      <a:endParaRPr lang="de-DE" sz="1800" b="1" kern="1200" dirty="0">
                        <a:solidFill>
                          <a:srgbClr val="FFFF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</a:tr>
              <a:tr h="43954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endParaRPr lang="de-DE" sz="10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r>
                        <a:rPr lang="de-DE" sz="1100" dirty="0" smtClean="0">
                          <a:solidFill>
                            <a:schemeClr val="bg1"/>
                          </a:solidFill>
                          <a:latin typeface="+mn-lt"/>
                        </a:rPr>
                        <a:t>Erläuterung</a:t>
                      </a:r>
                      <a:endParaRPr lang="de-DE" sz="11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18628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</Words>
  <Application>Microsoft Office PowerPoint</Application>
  <PresentationFormat>Benutzerdefiniert</PresentationFormat>
  <Paragraphs>67</Paragraphs>
  <Slides>1</Slides>
  <Notes>1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2" baseType="lpstr">
      <vt:lpstr>Larissa</vt:lpstr>
      <vt:lpstr>Projekt-Name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100</cp:revision>
  <cp:lastPrinted>2013-11-11T22:44:44Z</cp:lastPrinted>
  <dcterms:modified xsi:type="dcterms:W3CDTF">2014-02-11T12:46:21Z</dcterms:modified>
</cp:coreProperties>
</file>