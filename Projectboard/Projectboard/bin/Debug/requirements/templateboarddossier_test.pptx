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7"/>
  </p:notesMasterIdLst>
  <p:sldIdLst>
    <p:sldId id="269" r:id="rId2"/>
    <p:sldId id="263" r:id="rId3"/>
    <p:sldId id="266" r:id="rId4"/>
    <p:sldId id="265" r:id="rId5"/>
    <p:sldId id="267" r:id="rId6"/>
  </p:sldIdLst>
  <p:sldSz cx="13004800" cy="9753600"/>
  <p:notesSz cx="6858000" cy="9144000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353" autoAdjust="0"/>
  </p:normalViewPr>
  <p:slideViewPr>
    <p:cSldViewPr>
      <p:cViewPr varScale="1">
        <p:scale>
          <a:sx n="51" d="100"/>
          <a:sy n="51" d="100"/>
        </p:scale>
        <p:origin x="-1668" y="-108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Projekt-Tafel(Milestones)</a:t>
            </a:r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Bisherige Zielerreichung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Prognose Zielerreichung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de-DE" sz="2400" dirty="0" smtClean="0">
              <a:solidFill>
                <a:schemeClr val="bg2"/>
              </a:solidFill>
            </a:endParaRP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400" dirty="0" smtClean="0"/>
              <a:t>Portfolio-Name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Projekt-Tafel</a:t>
            </a:r>
            <a:endParaRPr lang="de-DE" sz="2400" dirty="0" smtClean="0"/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Unterauslastung</a:t>
            </a: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endParaRPr kumimoji="0" lang="de-DE" sz="24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  <a:p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Personalkosten 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Sonstige 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Gesamtkosten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Rolle(…)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Fortschritt Kostenart(…) </a:t>
            </a:r>
          </a:p>
          <a:p>
            <a:endParaRPr lang="de-DE" sz="24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400" dirty="0" smtClean="0">
                <a:solidFill>
                  <a:schemeClr val="bg2"/>
                </a:solidFill>
              </a:rPr>
              <a:t>Zeitraum</a:t>
            </a:r>
            <a:r>
              <a:rPr lang="de-DE" sz="24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: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Phase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Rolle (…)</a:t>
            </a:r>
          </a:p>
          <a:p>
            <a:pPr marL="0" marR="0" indent="0" algn="l" defTabSz="457200" rtl="0" eaLnBrk="1" fontAlgn="base" latinLnBrk="0" hangingPunct="0">
              <a:lnSpc>
                <a:spcPts val="35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Kostenart (…)</a:t>
            </a: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Portfolio-Name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504001" y="3940696"/>
            <a:ext cx="4918280" cy="417646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2400" dirty="0" smtClean="0">
                <a:solidFill>
                  <a:schemeClr val="bg2"/>
                </a:solidFill>
              </a:rPr>
              <a:t>Projekt-Tafel(Milestones)</a:t>
            </a:r>
            <a:endParaRPr lang="de-DE" sz="24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50400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Stand: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5" name="Rechteck 14"/>
          <p:cNvSpPr/>
          <p:nvPr/>
        </p:nvSpPr>
        <p:spPr bwMode="auto">
          <a:xfrm>
            <a:off x="482448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Zeitraum: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7" name="Rechteck 6"/>
          <p:cNvSpPr/>
          <p:nvPr/>
        </p:nvSpPr>
        <p:spPr bwMode="auto">
          <a:xfrm>
            <a:off x="504002" y="1636440"/>
            <a:ext cx="4918280" cy="2150348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600" dirty="0">
                <a:solidFill>
                  <a:schemeClr val="bg2"/>
                </a:solidFill>
                <a:sym typeface="Noteworthy Bold" charset="0"/>
              </a:rPr>
              <a:t>Prognose Zielerreichung</a:t>
            </a:r>
            <a:endParaRPr lang="de-DE" sz="1600" dirty="0">
              <a:solidFill>
                <a:schemeClr val="bg2"/>
              </a:solidFill>
            </a:endParaRPr>
          </a:p>
        </p:txBody>
      </p:sp>
      <p:graphicFrame>
        <p:nvGraphicFramePr>
          <p:cNvPr id="3" name="Tabel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643951"/>
              </p:ext>
            </p:extLst>
          </p:nvPr>
        </p:nvGraphicFramePr>
        <p:xfrm>
          <a:off x="5698670" y="1636440"/>
          <a:ext cx="656436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810"/>
                <a:gridCol w="1440160"/>
                <a:gridCol w="3600399"/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322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Portfolio-Name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525736" y="1780456"/>
            <a:ext cx="11881320" cy="633670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2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Strategie/Risiko/Marge</a:t>
            </a:r>
          </a:p>
        </p:txBody>
      </p:sp>
      <p:sp>
        <p:nvSpPr>
          <p:cNvPr id="10" name="Rechteck 9"/>
          <p:cNvSpPr/>
          <p:nvPr/>
        </p:nvSpPr>
        <p:spPr bwMode="auto">
          <a:xfrm>
            <a:off x="50400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Stand: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5" name="Rechteck 14"/>
          <p:cNvSpPr/>
          <p:nvPr/>
        </p:nvSpPr>
        <p:spPr bwMode="auto">
          <a:xfrm>
            <a:off x="482448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Zeitraum:</a:t>
            </a:r>
            <a:endParaRPr lang="de-DE" sz="1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81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Portfolio-Name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6633719" y="1793958"/>
            <a:ext cx="5940660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2400" dirty="0" smtClean="0">
                <a:solidFill>
                  <a:schemeClr val="bg2"/>
                </a:solidFill>
                <a:sym typeface="Noteworthy Bold" charset="0"/>
              </a:rPr>
              <a:t>Ergebnis Verbesserungspotential</a:t>
            </a:r>
            <a:endParaRPr lang="de-DE" sz="2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50400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Stand: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5" name="Rechteck 14"/>
          <p:cNvSpPr/>
          <p:nvPr/>
        </p:nvSpPr>
        <p:spPr bwMode="auto">
          <a:xfrm>
            <a:off x="482448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Zeitraum: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9" name="Rechteck 8"/>
          <p:cNvSpPr/>
          <p:nvPr/>
        </p:nvSpPr>
        <p:spPr bwMode="auto">
          <a:xfrm>
            <a:off x="528325" y="1793958"/>
            <a:ext cx="5940660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2400" dirty="0">
                <a:solidFill>
                  <a:schemeClr val="bg2"/>
                </a:solidFill>
                <a:sym typeface="Noteworthy Bold" charset="0"/>
              </a:rPr>
              <a:t>Übersicht</a:t>
            </a:r>
            <a:r>
              <a:rPr lang="de-DE" sz="2400" b="1" dirty="0">
                <a:solidFill>
                  <a:schemeClr val="bg2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dirty="0">
                <a:solidFill>
                  <a:schemeClr val="bg2"/>
                </a:solidFill>
                <a:sym typeface="Noteworthy Bold" charset="0"/>
              </a:rPr>
              <a:t>Auslastung</a:t>
            </a:r>
          </a:p>
        </p:txBody>
      </p:sp>
      <p:sp>
        <p:nvSpPr>
          <p:cNvPr id="11" name="Rechteck 10"/>
          <p:cNvSpPr/>
          <p:nvPr/>
        </p:nvSpPr>
        <p:spPr bwMode="auto">
          <a:xfrm>
            <a:off x="525736" y="5173960"/>
            <a:ext cx="5940660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2400" dirty="0">
                <a:solidFill>
                  <a:schemeClr val="bg2"/>
                </a:solidFill>
                <a:sym typeface="Noteworthy Bold" charset="0"/>
              </a:rPr>
              <a:t>Details</a:t>
            </a:r>
            <a:r>
              <a:rPr lang="de-DE" sz="2400" b="1" dirty="0">
                <a:solidFill>
                  <a:schemeClr val="bg2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dirty="0">
                <a:solidFill>
                  <a:schemeClr val="bg2"/>
                </a:solidFill>
                <a:sym typeface="Noteworthy Bold" charset="0"/>
              </a:rPr>
              <a:t>Überauslastung</a:t>
            </a:r>
            <a:endParaRPr lang="de-DE" sz="2400" dirty="0">
              <a:solidFill>
                <a:schemeClr val="bg2"/>
              </a:solidFill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6646156" y="5173960"/>
            <a:ext cx="5940660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2400" dirty="0">
                <a:solidFill>
                  <a:schemeClr val="bg2"/>
                </a:solidFill>
                <a:sym typeface="Noteworthy Bold" charset="0"/>
              </a:rPr>
              <a:t>Details</a:t>
            </a:r>
            <a:r>
              <a:rPr lang="de-DE" sz="2400" b="1" dirty="0">
                <a:solidFill>
                  <a:schemeClr val="bg2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</a:t>
            </a:r>
            <a:r>
              <a:rPr lang="de-DE" sz="2400" dirty="0">
                <a:solidFill>
                  <a:schemeClr val="bg2"/>
                </a:solidFill>
                <a:sym typeface="Noteworthy Bold" charset="0"/>
              </a:rPr>
              <a:t>Unterauslastung</a:t>
            </a:r>
            <a:endParaRPr lang="de-DE" sz="2400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09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65696" y="282749"/>
            <a:ext cx="12313368" cy="1245915"/>
          </a:xfrm>
        </p:spPr>
        <p:txBody>
          <a:bodyPr/>
          <a:lstStyle/>
          <a:p>
            <a:r>
              <a:rPr lang="de-DE" sz="4400" dirty="0"/>
              <a:t>Portfolio-Name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50400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Stand: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5" name="Rechteck 14"/>
          <p:cNvSpPr/>
          <p:nvPr/>
        </p:nvSpPr>
        <p:spPr bwMode="auto">
          <a:xfrm>
            <a:off x="482448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Zeitraum: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20" name="Rechteck 19"/>
          <p:cNvSpPr/>
          <p:nvPr/>
        </p:nvSpPr>
        <p:spPr bwMode="auto">
          <a:xfrm>
            <a:off x="8807096" y="7073224"/>
            <a:ext cx="3960000" cy="16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Phase (Rollout)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21" name="Rechteck 20"/>
          <p:cNvSpPr/>
          <p:nvPr/>
        </p:nvSpPr>
        <p:spPr bwMode="auto">
          <a:xfrm>
            <a:off x="378420" y="7073224"/>
            <a:ext cx="3960000" cy="16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Phase (Entwicklung)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1" name="Rechteck 10"/>
          <p:cNvSpPr/>
          <p:nvPr/>
        </p:nvSpPr>
        <p:spPr bwMode="auto">
          <a:xfrm>
            <a:off x="4583540" y="7073224"/>
            <a:ext cx="3960000" cy="16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Phase (Test)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2" name="Rechteck 11"/>
          <p:cNvSpPr/>
          <p:nvPr/>
        </p:nvSpPr>
        <p:spPr bwMode="auto">
          <a:xfrm>
            <a:off x="4609015" y="5303691"/>
            <a:ext cx="3960000" cy="16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Phase (Konzept)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3" name="Rechteck 12"/>
          <p:cNvSpPr/>
          <p:nvPr/>
        </p:nvSpPr>
        <p:spPr bwMode="auto">
          <a:xfrm>
            <a:off x="378420" y="5303691"/>
            <a:ext cx="3960000" cy="16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Phase (Business Case)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8807096" y="5303691"/>
            <a:ext cx="3960000" cy="16200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Phase </a:t>
            </a:r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(Prototyp)</a:t>
            </a:r>
            <a:endParaRPr lang="de-DE" sz="1400" dirty="0">
              <a:solidFill>
                <a:schemeClr val="bg2"/>
              </a:solidFill>
            </a:endParaRPr>
          </a:p>
          <a:p>
            <a:pPr marL="342900"/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6" name="Rechteck 15"/>
          <p:cNvSpPr/>
          <p:nvPr/>
        </p:nvSpPr>
        <p:spPr bwMode="auto">
          <a:xfrm>
            <a:off x="4620401" y="1636440"/>
            <a:ext cx="8146695" cy="351198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</a:rPr>
              <a:t>Projekt-Tafel</a:t>
            </a:r>
            <a:endParaRPr lang="de-DE" sz="1400" dirty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377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/>
              <a:t>Portfolio-Name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 bwMode="auto">
          <a:xfrm>
            <a:off x="50400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Stand: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5" name="Rechteck 14"/>
          <p:cNvSpPr/>
          <p:nvPr/>
        </p:nvSpPr>
        <p:spPr bwMode="auto">
          <a:xfrm>
            <a:off x="4824480" y="9197280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 smtClean="0">
                <a:solidFill>
                  <a:schemeClr val="bg2"/>
                </a:solidFill>
              </a:rPr>
              <a:t>Zeitraum: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23" name="Rechteck 22"/>
          <p:cNvSpPr/>
          <p:nvPr/>
        </p:nvSpPr>
        <p:spPr bwMode="auto">
          <a:xfrm>
            <a:off x="7582519" y="1564432"/>
            <a:ext cx="4547979" cy="231420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b="1" dirty="0">
                <a:solidFill>
                  <a:schemeClr val="bg2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Übersicht Auslastung</a:t>
            </a:r>
          </a:p>
        </p:txBody>
      </p:sp>
      <p:sp>
        <p:nvSpPr>
          <p:cNvPr id="32" name="Rechteck 31"/>
          <p:cNvSpPr/>
          <p:nvPr/>
        </p:nvSpPr>
        <p:spPr bwMode="auto">
          <a:xfrm>
            <a:off x="7582519" y="4007732"/>
            <a:ext cx="4547980" cy="231420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b="1" dirty="0">
                <a:solidFill>
                  <a:schemeClr val="bg2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Überauslastung</a:t>
            </a:r>
            <a:endParaRPr lang="de-DE" sz="1400" b="1" dirty="0">
              <a:solidFill>
                <a:schemeClr val="bg2"/>
              </a:solidFill>
            </a:endParaRPr>
          </a:p>
        </p:txBody>
      </p:sp>
      <p:sp>
        <p:nvSpPr>
          <p:cNvPr id="33" name="Rechteck 32"/>
          <p:cNvSpPr/>
          <p:nvPr/>
        </p:nvSpPr>
        <p:spPr bwMode="auto">
          <a:xfrm>
            <a:off x="7582519" y="6451031"/>
            <a:ext cx="4547980" cy="2314201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b="1" dirty="0">
                <a:solidFill>
                  <a:schemeClr val="bg2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Details </a:t>
            </a:r>
            <a:r>
              <a:rPr lang="de-DE" sz="1400" b="1" dirty="0" smtClean="0">
                <a:solidFill>
                  <a:schemeClr val="bg2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Unterauslastung</a:t>
            </a:r>
            <a:endParaRPr lang="de-DE" sz="1400" b="1" dirty="0">
              <a:solidFill>
                <a:schemeClr val="bg2"/>
              </a:solidFill>
            </a:endParaRPr>
          </a:p>
        </p:txBody>
      </p:sp>
      <p:sp>
        <p:nvSpPr>
          <p:cNvPr id="13" name="Rechteck 12"/>
          <p:cNvSpPr/>
          <p:nvPr/>
        </p:nvSpPr>
        <p:spPr bwMode="auto">
          <a:xfrm>
            <a:off x="721284" y="6451032"/>
            <a:ext cx="3260835" cy="23142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2"/>
                </a:solidFill>
                <a:sym typeface="Noteworthy Bold" charset="0"/>
              </a:rPr>
              <a:t>Rolle (</a:t>
            </a:r>
            <a:r>
              <a:rPr lang="de-DE" sz="1200" dirty="0" smtClean="0">
                <a:solidFill>
                  <a:schemeClr val="bg2"/>
                </a:solidFill>
                <a:sym typeface="Noteworthy Bold" charset="0"/>
              </a:rPr>
              <a:t>Analyst)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4145891" y="4007731"/>
            <a:ext cx="3260835" cy="23142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2"/>
                </a:solidFill>
                <a:sym typeface="Noteworthy Bold" charset="0"/>
              </a:rPr>
              <a:t>Rolle (Entwickler)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16" name="Rechteck 15"/>
          <p:cNvSpPr/>
          <p:nvPr/>
        </p:nvSpPr>
        <p:spPr bwMode="auto">
          <a:xfrm>
            <a:off x="721284" y="4007733"/>
            <a:ext cx="3260835" cy="23142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2"/>
                </a:solidFill>
                <a:sym typeface="Noteworthy Bold" charset="0"/>
              </a:rPr>
              <a:t>Rolle (GUI Spezialist)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17" name="Rechteck 16"/>
          <p:cNvSpPr/>
          <p:nvPr/>
        </p:nvSpPr>
        <p:spPr bwMode="auto">
          <a:xfrm>
            <a:off x="4145891" y="1564432"/>
            <a:ext cx="3260835" cy="23142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2"/>
                </a:solidFill>
                <a:sym typeface="Noteworthy Bold" charset="0"/>
              </a:rPr>
              <a:t>Rolle (Architekt)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18" name="Rechteck 17"/>
          <p:cNvSpPr/>
          <p:nvPr/>
        </p:nvSpPr>
        <p:spPr bwMode="auto">
          <a:xfrm>
            <a:off x="721283" y="1564433"/>
            <a:ext cx="3260835" cy="23142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200" dirty="0">
                <a:solidFill>
                  <a:schemeClr val="bg2"/>
                </a:solidFill>
                <a:sym typeface="Noteworthy Bold" charset="0"/>
              </a:rPr>
              <a:t>Rolle (Projektleiter)</a:t>
            </a:r>
            <a:endParaRPr lang="de-DE" sz="1200" dirty="0">
              <a:solidFill>
                <a:schemeClr val="bg2"/>
              </a:solidFill>
            </a:endParaRPr>
          </a:p>
        </p:txBody>
      </p:sp>
      <p:sp>
        <p:nvSpPr>
          <p:cNvPr id="19" name="Rechteck 18"/>
          <p:cNvSpPr/>
          <p:nvPr/>
        </p:nvSpPr>
        <p:spPr bwMode="auto">
          <a:xfrm>
            <a:off x="4154445" y="6444134"/>
            <a:ext cx="3260835" cy="231420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200" dirty="0">
                <a:solidFill>
                  <a:schemeClr val="bg2"/>
                </a:solidFill>
                <a:sym typeface="Noteworthy Bold" charset="0"/>
              </a:rPr>
              <a:t>Rolle </a:t>
            </a:r>
            <a:r>
              <a:rPr lang="de-DE" sz="1200" dirty="0" smtClean="0">
                <a:solidFill>
                  <a:schemeClr val="bg2"/>
                </a:solidFill>
                <a:sym typeface="Noteworthy Bold" charset="0"/>
              </a:rPr>
              <a:t>(Tester)</a:t>
            </a:r>
            <a:endParaRPr lang="de-DE" sz="1200" dirty="0">
              <a:solidFill>
                <a:schemeClr val="bg2"/>
              </a:solidFill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60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</Words>
  <Application>Microsoft Office PowerPoint</Application>
  <PresentationFormat>Benutzerdefiniert</PresentationFormat>
  <Paragraphs>157</Paragraphs>
  <Slides>5</Slides>
  <Notes>5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6" baseType="lpstr">
      <vt:lpstr>Larissa</vt:lpstr>
      <vt:lpstr>Portfolio-Name</vt:lpstr>
      <vt:lpstr>Portfolio-Name</vt:lpstr>
      <vt:lpstr>Portfolio-Name</vt:lpstr>
      <vt:lpstr>Portfolio-Name</vt:lpstr>
      <vt:lpstr>Portfolio-Name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62</cp:revision>
  <dcterms:modified xsi:type="dcterms:W3CDTF">2013-09-03T20:11:48Z</dcterms:modified>
</cp:coreProperties>
</file>