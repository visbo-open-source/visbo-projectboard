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5"/>
  </p:notesMasterIdLst>
  <p:sldIdLst>
    <p:sldId id="275" r:id="rId2"/>
    <p:sldId id="286" r:id="rId3"/>
    <p:sldId id="287" r:id="rId4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2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-1-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Marktpotential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Merkmale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31237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-2-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Shortlist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Dokumentation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err="1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49759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-3-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Merkmale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% Muss-Testfälle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erfolgreich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Dokumentation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1600" dirty="0"/>
              <a:t>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2956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Benutzerdefiniert</PresentationFormat>
  <Paragraphs>278</Paragraphs>
  <Slides>3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Larissa</vt:lpstr>
      <vt:lpstr>Meilenstein Häufigkeit -1-</vt:lpstr>
      <vt:lpstr>Meilenstein Häufigkeit -2-</vt:lpstr>
      <vt:lpstr>Meilenstein Häufigkeit -3-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123</cp:revision>
  <dcterms:modified xsi:type="dcterms:W3CDTF">2014-03-02T12:18:22Z</dcterms:modified>
</cp:coreProperties>
</file>