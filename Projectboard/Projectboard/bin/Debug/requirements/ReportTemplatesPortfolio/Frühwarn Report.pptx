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6"/>
  </p:notesMasterIdLst>
  <p:sldIdLst>
    <p:sldId id="280" r:id="rId2"/>
    <p:sldId id="277" r:id="rId3"/>
    <p:sldId id="278" r:id="rId4"/>
    <p:sldId id="279" r:id="rId5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32" autoAdjust="0"/>
  </p:normalViewPr>
  <p:slideViewPr>
    <p:cSldViewPr>
      <p:cViewPr>
        <p:scale>
          <a:sx n="66" d="100"/>
          <a:sy n="66" d="100"/>
        </p:scale>
        <p:origin x="-2016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384" y="9229297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871464" y="9327727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smtClean="0"/>
              <a:t>Generated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Aktueller Status der Projekte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 bwMode="auto">
          <a:xfrm>
            <a:off x="504000" y="1636440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Projekt-Tafel(Status)</a:t>
            </a:r>
            <a:endParaRPr lang="de-DE" sz="1200" dirty="0">
              <a:sym typeface="Noteworthy Bold" charset="0"/>
            </a:endParaRPr>
          </a:p>
        </p:txBody>
      </p:sp>
      <p:graphicFrame>
        <p:nvGraphicFramePr>
          <p:cNvPr id="11" name="Shape3" title="Tabelle Projekt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56942"/>
              </p:ext>
            </p:extLst>
          </p:nvPr>
        </p:nvGraphicFramePr>
        <p:xfrm>
          <a:off x="6070352" y="1636440"/>
          <a:ext cx="6574465" cy="919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60040"/>
                <a:gridCol w="1224136"/>
                <a:gridCol w="4990289"/>
              </a:tblGrid>
              <a:tr h="370840"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Projekt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smtClean="0"/>
                        <a:t>Gesamt</a:t>
                      </a:r>
                      <a:r>
                        <a:rPr lang="de-DE" sz="1600" baseline="0" dirty="0" smtClean="0"/>
                        <a:t> Einschätzung Projektleitung</a:t>
                      </a:r>
                      <a:endParaRPr lang="de-DE" sz="1600" dirty="0" smtClean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Entwicklung 5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es sind neue Anforderungen bezgl. Sicherheit dazugekommen - wir haben noch keinen Weg gefunden, die mit unser aktuellen Architektur zu leisten; es muss entschieden werden, ob die Anforderung in der Form bestehen bleiben muss </a:t>
                      </a:r>
                      <a:endParaRPr lang="de-DE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feld 7"/>
          <p:cNvSpPr txBox="1"/>
          <p:nvPr/>
        </p:nvSpPr>
        <p:spPr>
          <a:xfrm>
            <a:off x="895228" y="8765232"/>
            <a:ext cx="453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Zu den Projekten wird die aktuell gültige Ampel Bewertung des Projektes dargestellt. </a:t>
            </a:r>
          </a:p>
          <a:p>
            <a:r>
              <a:rPr lang="de-DE" sz="900" dirty="0" smtClean="0"/>
              <a:t>OK=Grün / Vorsicht=Gelb / Kritisch=Rot / Nicht bewertet=Grau </a:t>
            </a:r>
            <a:endParaRPr lang="de-DE" sz="900" dirty="0"/>
          </a:p>
        </p:txBody>
      </p:sp>
      <p:sp>
        <p:nvSpPr>
          <p:cNvPr id="9" name="Rechteck 8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34143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Status Meilensteine/Ziele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 bwMode="auto">
          <a:xfrm>
            <a:off x="6048616" y="1623616"/>
            <a:ext cx="5638360" cy="34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6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6048616" y="5332407"/>
            <a:ext cx="5638360" cy="34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6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</a:t>
            </a:r>
            <a:r>
              <a:rPr lang="de-DE" sz="1600" dirty="0">
                <a:solidFill>
                  <a:schemeClr val="bg2"/>
                </a:solidFill>
                <a:sym typeface="Noteworthy Bold" charset="0"/>
              </a:rPr>
              <a:t> </a:t>
            </a:r>
            <a:r>
              <a:rPr lang="de-DE" sz="16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Zielerreichung</a:t>
            </a:r>
            <a:endParaRPr lang="de-DE" sz="16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8" name="Rechteck 7"/>
          <p:cNvSpPr/>
          <p:nvPr/>
        </p:nvSpPr>
        <p:spPr bwMode="auto">
          <a:xfrm>
            <a:off x="525736" y="1623616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Projekt-Tafel(Milestones ALL)</a:t>
            </a:r>
            <a:endParaRPr lang="de-DE" sz="1200" dirty="0">
              <a:sym typeface="Noteworthy Bold" charset="0"/>
            </a:endParaRPr>
          </a:p>
        </p:txBody>
      </p:sp>
      <p:sp>
        <p:nvSpPr>
          <p:cNvPr id="13" name="Textfeld 2"/>
          <p:cNvSpPr txBox="1"/>
          <p:nvPr/>
        </p:nvSpPr>
        <p:spPr>
          <a:xfrm>
            <a:off x="237704" y="8752407"/>
            <a:ext cx="59463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900" dirty="0" smtClean="0"/>
              <a:t>Angezeigt wird die Lage der Meilensteine inkl. ihrer aktuellen Ampel-Bewertung / Prognose</a:t>
            </a:r>
          </a:p>
          <a:p>
            <a:r>
              <a:rPr lang="de-DE" sz="900" dirty="0"/>
              <a:t>OK=Grün / Vorsicht=Gelb / Kritisch=Rot / Nicht bewertet=Grau </a:t>
            </a:r>
          </a:p>
          <a:p>
            <a:r>
              <a:rPr lang="de-DE" sz="900" dirty="0" smtClean="0"/>
              <a:t> 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302625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Details zu gelb und rot bewerteten Zielen</a:t>
            </a:r>
            <a:endParaRPr lang="de-DE" dirty="0"/>
          </a:p>
        </p:txBody>
      </p:sp>
      <p:graphicFrame>
        <p:nvGraphicFramePr>
          <p:cNvPr id="7" name="Shape3" descr="gelb/rot" title="Tabelle Zielerreich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08265"/>
              </p:ext>
            </p:extLst>
          </p:nvPr>
        </p:nvGraphicFramePr>
        <p:xfrm>
          <a:off x="6027181" y="1606419"/>
          <a:ext cx="6739915" cy="1071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91896"/>
                <a:gridCol w="1119798"/>
                <a:gridCol w="909836"/>
                <a:gridCol w="909836"/>
                <a:gridCol w="3408549"/>
              </a:tblGrid>
              <a:tr h="370840"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Projekt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Ziel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Datum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Erläuterung</a:t>
                      </a:r>
                      <a:endParaRPr lang="de-DE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de-DE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Entwicklung 5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Architektur Dokument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14.09.2013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es sind neue Anforderungen bezgl. Sicherheit dazugekommen - wir haben noch keinen Weg gefunden, die mit unser aktuellen Architektur zu leisten; es muss entschieden werden, ob die Anforderung in der Form bestehen bleiben muss </a:t>
                      </a:r>
                      <a:endParaRPr lang="de-DE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hteck 10"/>
          <p:cNvSpPr/>
          <p:nvPr/>
        </p:nvSpPr>
        <p:spPr bwMode="auto">
          <a:xfrm>
            <a:off x="526296" y="1623616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Projekt-Tafel(Milestones GR)</a:t>
            </a:r>
            <a:endParaRPr lang="de-DE" sz="1200" dirty="0">
              <a:sym typeface="Noteworthy Bold" charset="0"/>
            </a:endParaRPr>
          </a:p>
        </p:txBody>
      </p:sp>
      <p:sp>
        <p:nvSpPr>
          <p:cNvPr id="12" name="Textfeld 2"/>
          <p:cNvSpPr txBox="1"/>
          <p:nvPr/>
        </p:nvSpPr>
        <p:spPr>
          <a:xfrm>
            <a:off x="237704" y="8752407"/>
            <a:ext cx="59463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900" dirty="0" smtClean="0"/>
              <a:t>Angezeigt wird die Lage der Meilensteine inkl. ihrer aktuellen Ampel-Bewertung / Prognose</a:t>
            </a:r>
          </a:p>
          <a:p>
            <a:r>
              <a:rPr lang="de-DE" sz="900" dirty="0"/>
              <a:t>OK=Grün / Vorsicht=Gelb / Kritisch=Rot / Nicht bewertet=Grau </a:t>
            </a:r>
          </a:p>
          <a:p>
            <a:r>
              <a:rPr lang="de-DE" sz="900" dirty="0" smtClean="0"/>
              <a:t> </a:t>
            </a:r>
          </a:p>
        </p:txBody>
      </p:sp>
      <p:sp>
        <p:nvSpPr>
          <p:cNvPr id="8" name="Rechteck 7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301662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5736" y="390525"/>
            <a:ext cx="11828189" cy="1245915"/>
          </a:xfrm>
        </p:spPr>
        <p:txBody>
          <a:bodyPr/>
          <a:lstStyle/>
          <a:p>
            <a:r>
              <a:rPr lang="de-DE" sz="3600" dirty="0" smtClean="0"/>
              <a:t>Einordnung strategischer Fit / technisches Risiko / Marge</a:t>
            </a:r>
            <a:endParaRPr lang="de-DE" sz="6000" dirty="0"/>
          </a:p>
        </p:txBody>
      </p:sp>
      <p:sp>
        <p:nvSpPr>
          <p:cNvPr id="8" name="Rechteck 7"/>
          <p:cNvSpPr/>
          <p:nvPr/>
        </p:nvSpPr>
        <p:spPr bwMode="auto">
          <a:xfrm>
            <a:off x="525736" y="1780456"/>
            <a:ext cx="11881320" cy="633670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2400" dirty="0" smtClean="0"/>
              <a:t>Strategie/Risiko/Marge</a:t>
            </a:r>
            <a:endParaRPr lang="de-DE" sz="2400" dirty="0"/>
          </a:p>
          <a:p>
            <a:endParaRPr lang="de-DE" sz="2400" dirty="0">
              <a:sym typeface="Noteworthy Bold" charset="0"/>
            </a:endParaRPr>
          </a:p>
        </p:txBody>
      </p:sp>
      <p:sp>
        <p:nvSpPr>
          <p:cNvPr id="9" name="Textfeld 2"/>
          <p:cNvSpPr txBox="1"/>
          <p:nvPr/>
        </p:nvSpPr>
        <p:spPr>
          <a:xfrm>
            <a:off x="4126136" y="8235602"/>
            <a:ext cx="6048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algn="l"/>
            <a:r>
              <a:rPr lang="de-DE" sz="900" dirty="0" smtClean="0"/>
              <a:t>Erläuterung: 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de-DE" sz="900" dirty="0" smtClean="0"/>
              <a:t>Die Farbe der Kugel gibt die Ampel-Bewertung des Projekts wieder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de-DE" sz="900" dirty="0" smtClean="0"/>
              <a:t>Die Größe </a:t>
            </a:r>
            <a:r>
              <a:rPr lang="de-DE" sz="900" dirty="0"/>
              <a:t>der Kugel entspricht dem Projekt-Volumen </a:t>
            </a:r>
            <a:endParaRPr lang="de-DE" sz="900" dirty="0" smtClean="0"/>
          </a:p>
          <a:p>
            <a:pPr marL="171450" indent="-171450" algn="l">
              <a:buFont typeface="Arial" pitchFamily="34" charset="0"/>
              <a:buChar char="•"/>
            </a:pPr>
            <a:r>
              <a:rPr lang="de-DE" sz="900" dirty="0" smtClean="0"/>
              <a:t>Die X-/Y-Koordinaten entsprechenden der Einschätzung Strategie / Risiko</a:t>
            </a:r>
            <a:endParaRPr lang="de-DE" sz="900" dirty="0"/>
          </a:p>
        </p:txBody>
      </p:sp>
      <p:sp>
        <p:nvSpPr>
          <p:cNvPr id="7" name="Rechteck 6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132615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Microsoft Office PowerPoint</Application>
  <PresentationFormat>Benutzerdefiniert</PresentationFormat>
  <Paragraphs>371</Paragraphs>
  <Slides>4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Larissa</vt:lpstr>
      <vt:lpstr>Aktueller Status der Projekte</vt:lpstr>
      <vt:lpstr>Status Meilensteine/Ziele</vt:lpstr>
      <vt:lpstr>Details zu gelb und rot bewerteten Zielen</vt:lpstr>
      <vt:lpstr>Einordnung strategischer Fit / technisches Risiko / Marge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123</cp:revision>
  <dcterms:modified xsi:type="dcterms:W3CDTF">2014-03-02T12:22:37Z</dcterms:modified>
</cp:coreProperties>
</file>