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5"/>
  </p:notesMasterIdLst>
  <p:sldIdLst>
    <p:sldId id="288" r:id="rId2"/>
    <p:sldId id="285" r:id="rId3"/>
    <p:sldId id="289" r:id="rId4"/>
  </p:sldIdLst>
  <p:sldSz cx="13004800" cy="9753600"/>
  <p:notesSz cx="6858000" cy="9144000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475" autoAdjust="0"/>
  </p:normalViewPr>
  <p:slideViewPr>
    <p:cSldViewPr>
      <p:cViewPr>
        <p:scale>
          <a:sx n="66" d="100"/>
          <a:sy n="66" d="100"/>
        </p:scale>
        <p:origin x="-2016" y="72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endParaRPr lang="de-DE" sz="2400" dirty="0" smtClean="0"/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384" y="9229297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871464" y="9327727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smtClean="0"/>
              <a:t>Generated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 smtClean="0"/>
              <a:t>Ergebnis, Potentiale und Auslastung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7183059" cy="3672407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957784" y="8693224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smtClean="0"/>
              <a:t>Es wird eine Ergebnis Kennzahl dargestellt – die setzt sich zusammen aus der Summe der einzelnen </a:t>
            </a:r>
            <a:r>
              <a:rPr lang="de-DE" sz="900" dirty="0" err="1" smtClean="0"/>
              <a:t>Earned</a:t>
            </a:r>
            <a:r>
              <a:rPr lang="de-DE" sz="900" dirty="0" smtClean="0"/>
              <a:t> Value Projektergebnisse abzüglich der Summe aus (Kosten Überauslastung + Kosten der Unterauslastung); in den unteren Charts wird dargestellt , wie sich das Verhältnis zu Über- wie Unterauslastung darstellt bzw. wie sich die Über- </a:t>
            </a:r>
            <a:r>
              <a:rPr lang="de-DE" sz="900" dirty="0" err="1" smtClean="0"/>
              <a:t>bzw</a:t>
            </a:r>
            <a:r>
              <a:rPr lang="de-DE" sz="900" dirty="0" smtClean="0"/>
              <a:t> Unterauslastung zusammensetzt </a:t>
            </a:r>
            <a:endParaRPr lang="de-DE" sz="900" dirty="0"/>
          </a:p>
        </p:txBody>
      </p:sp>
      <p:sp>
        <p:nvSpPr>
          <p:cNvPr id="21" name="Rechteck 20"/>
          <p:cNvSpPr/>
          <p:nvPr/>
        </p:nvSpPr>
        <p:spPr bwMode="auto">
          <a:xfrm>
            <a:off x="886336" y="5380856"/>
            <a:ext cx="3527832" cy="31690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</p:txBody>
      </p:sp>
      <p:sp>
        <p:nvSpPr>
          <p:cNvPr id="22" name="Rechteck 21"/>
          <p:cNvSpPr/>
          <p:nvPr/>
        </p:nvSpPr>
        <p:spPr bwMode="auto">
          <a:xfrm>
            <a:off x="4541563" y="5380856"/>
            <a:ext cx="3527832" cy="31690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</p:txBody>
      </p:sp>
      <p:sp>
        <p:nvSpPr>
          <p:cNvPr id="23" name="Rechteck 22"/>
          <p:cNvSpPr/>
          <p:nvPr/>
        </p:nvSpPr>
        <p:spPr bwMode="auto">
          <a:xfrm>
            <a:off x="8196790" y="5380856"/>
            <a:ext cx="3527832" cy="31690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24" name="Rechteck 23"/>
          <p:cNvSpPr/>
          <p:nvPr/>
        </p:nvSpPr>
        <p:spPr bwMode="auto">
          <a:xfrm>
            <a:off x="8196790" y="1564432"/>
            <a:ext cx="3527832" cy="3672407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 Verbesserungspotential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525736" y="9289234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3" name="Rechteck 12"/>
          <p:cNvSpPr/>
          <p:nvPr/>
        </p:nvSpPr>
        <p:spPr bwMode="auto">
          <a:xfrm>
            <a:off x="3283776" y="9293008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6358384" y="9289234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8566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 smtClean="0"/>
              <a:t>Ressourcen Bedarfe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Rolle(Projektleiter)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957784" y="8693224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smtClean="0"/>
              <a:t>In den Summen-Charts wird angezeigt, wie hoch der Ressourcen Bedarf einer bestimmten Rolle über alle Projekte </a:t>
            </a:r>
            <a:br>
              <a:rPr lang="de-DE" sz="900" dirty="0" smtClean="0"/>
            </a:br>
            <a:r>
              <a:rPr lang="de-DE" sz="900" dirty="0" smtClean="0"/>
              <a:t>im jeweiligen Monat des betrachteten Zeitraums ist;</a:t>
            </a:r>
            <a:endParaRPr lang="de-DE" sz="900" dirty="0"/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9" name="Rechteck 18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886336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Rolle(Analyst)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86336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Rolle(Entwickler)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6336648" y="15644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Rolle(GUI Spezialist)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6336648" y="38768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Rolle(Architekt)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  <p:sp>
        <p:nvSpPr>
          <p:cNvPr id="23" name="Rechteck 22"/>
          <p:cNvSpPr/>
          <p:nvPr/>
        </p:nvSpPr>
        <p:spPr bwMode="auto">
          <a:xfrm>
            <a:off x="6336648" y="6189233"/>
            <a:ext cx="5328032" cy="216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Rolle(Tester)</a:t>
            </a:r>
            <a:endParaRPr lang="de-DE" sz="12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8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 smtClean="0"/>
              <a:t>Kosten Bedarfe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33843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Kostenart (IT-Kosten)</a:t>
            </a:r>
            <a:endParaRPr lang="de-DE" sz="1200" dirty="0">
              <a:solidFill>
                <a:srgbClr val="572E2D"/>
              </a:solidFill>
              <a:latin typeface="Noteworthy Bold" charset="0"/>
            </a:endParaRPr>
          </a:p>
        </p:txBody>
      </p:sp>
      <p:sp>
        <p:nvSpPr>
          <p:cNvPr id="17" name="Rechteck 16"/>
          <p:cNvSpPr/>
          <p:nvPr/>
        </p:nvSpPr>
        <p:spPr bwMode="auto">
          <a:xfrm>
            <a:off x="6396590" y="1564433"/>
            <a:ext cx="5328032" cy="33843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Kostenart (Reise-Kosten)</a:t>
            </a:r>
            <a:endParaRPr lang="de-DE" sz="1200" dirty="0">
              <a:solidFill>
                <a:srgbClr val="572E2D"/>
              </a:solidFill>
              <a:latin typeface="Noteworthy Bold" charset="0"/>
            </a:endParaRPr>
          </a:p>
        </p:txBody>
      </p:sp>
      <p:sp>
        <p:nvSpPr>
          <p:cNvPr id="13" name="Rechteck 12"/>
          <p:cNvSpPr/>
          <p:nvPr/>
        </p:nvSpPr>
        <p:spPr bwMode="auto">
          <a:xfrm>
            <a:off x="885776" y="5164833"/>
            <a:ext cx="5328032" cy="3384375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Kostenart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(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)</a:t>
            </a:r>
            <a:endParaRPr lang="de-DE" sz="1200" dirty="0">
              <a:solidFill>
                <a:srgbClr val="572E2D"/>
              </a:solidFill>
              <a:latin typeface="Noteworthy Bold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957784" y="8693224"/>
            <a:ext cx="1033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smtClean="0"/>
              <a:t>In den Summen-Charts wird angezeigt, wie hoch der Ressourcen Bedarf einer bestimmten Rolle über alle Projekte </a:t>
            </a:r>
            <a:br>
              <a:rPr lang="de-DE" sz="900" dirty="0" smtClean="0"/>
            </a:br>
            <a:r>
              <a:rPr lang="de-DE" sz="900" dirty="0" smtClean="0"/>
              <a:t>im jeweiligen Monat des betrachteten Zeitraums ist;</a:t>
            </a:r>
            <a:endParaRPr lang="de-DE" sz="900" dirty="0"/>
          </a:p>
        </p:txBody>
      </p:sp>
      <p:sp>
        <p:nvSpPr>
          <p:cNvPr id="9" name="Rechteck 8"/>
          <p:cNvSpPr/>
          <p:nvPr/>
        </p:nvSpPr>
        <p:spPr bwMode="auto">
          <a:xfrm>
            <a:off x="525736" y="9289234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2" name="Rechteck 11"/>
          <p:cNvSpPr/>
          <p:nvPr/>
        </p:nvSpPr>
        <p:spPr bwMode="auto">
          <a:xfrm>
            <a:off x="3283776" y="9293008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6358384" y="9289234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429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858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287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70543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Benutzerdefiniert</PresentationFormat>
  <Paragraphs>275</Paragraphs>
  <Slides>3</Slides>
  <Notes>3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4" baseType="lpstr">
      <vt:lpstr>Larissa</vt:lpstr>
      <vt:lpstr>Ergebnis, Potentiale und Auslastung</vt:lpstr>
      <vt:lpstr>Ressourcen Bedarfe</vt:lpstr>
      <vt:lpstr>Kosten Bedarfe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124</cp:revision>
  <dcterms:modified xsi:type="dcterms:W3CDTF">2014-03-02T14:04:16Z</dcterms:modified>
</cp:coreProperties>
</file>