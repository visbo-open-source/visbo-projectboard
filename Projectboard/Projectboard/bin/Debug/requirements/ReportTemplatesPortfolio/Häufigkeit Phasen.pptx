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8" r:id="rId1"/>
  </p:sldMasterIdLst>
  <p:notesMasterIdLst>
    <p:notesMasterId r:id="rId4"/>
  </p:notesMasterIdLst>
  <p:sldIdLst>
    <p:sldId id="281" r:id="rId2"/>
    <p:sldId id="284" r:id="rId3"/>
  </p:sldIdLst>
  <p:sldSz cx="13004800" cy="9753600"/>
  <p:notesSz cx="6858000" cy="9144000"/>
  <p:defaultTextStyle>
    <a:defPPr>
      <a:defRPr lang="de-DE"/>
    </a:defPPr>
    <a:lvl1pPr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429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858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287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716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860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7432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2004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6576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132" autoAdjust="0"/>
  </p:normalViewPr>
  <p:slideViewPr>
    <p:cSldViewPr>
      <p:cViewPr>
        <p:scale>
          <a:sx n="66" d="100"/>
          <a:sy n="66" d="100"/>
        </p:scale>
        <p:origin x="-2016" y="-72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 smtClean="0">
                <a:sym typeface="Noteworthy Bold" charset="0"/>
              </a:rPr>
              <a:t>Second level</a:t>
            </a:r>
          </a:p>
          <a:p>
            <a:pPr lvl="2"/>
            <a:r>
              <a:rPr lang="de-DE" smtClean="0">
                <a:sym typeface="Noteworthy Bold" charset="0"/>
              </a:rPr>
              <a:t>Third level</a:t>
            </a:r>
          </a:p>
          <a:p>
            <a:pPr lvl="3"/>
            <a:r>
              <a:rPr lang="de-DE" smtClean="0">
                <a:sym typeface="Noteworthy Bold" charset="0"/>
              </a:rPr>
              <a:t>Fourth level</a:t>
            </a:r>
          </a:p>
          <a:p>
            <a:pPr lvl="4"/>
            <a:r>
              <a:rPr lang="de-DE" smtClean="0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429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858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287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716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Projekt-Tafel Phasen(..)</a:t>
            </a:r>
            <a:endParaRPr lang="de-DE" sz="2400" dirty="0" smtClean="0">
              <a:solidFill>
                <a:schemeClr val="bg2"/>
              </a:solidFill>
            </a:endParaRP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 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GGR)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</a:rPr>
              <a:t>Projekt-Tafel(Milestones ALL)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Zielerreichung(entweder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rot, gelb, gruen</a:t>
            </a:r>
            <a:r>
              <a:rPr lang="de-DE" sz="2400" kern="1200" baseline="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oder gelb/rot)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  <a:endParaRPr lang="de-DE" sz="2400" dirty="0" smtClean="0"/>
          </a:p>
          <a:p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Strategie/Risiko/Volumen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Zeit/Risiko/Volumen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sym typeface="Noteworthy Bold" charset="0"/>
              </a:rPr>
              <a:t>------------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-----------------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kern="1200" dirty="0" smtClean="0">
              <a:solidFill>
                <a:srgbClr val="572E2D"/>
              </a:solidFill>
              <a:latin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84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55600" y="484312"/>
            <a:ext cx="12293600" cy="12827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/>
          </p:cNvSpPr>
          <p:nvPr>
            <p:ph type="title"/>
          </p:nvPr>
        </p:nvSpPr>
        <p:spPr bwMode="auto">
          <a:xfrm>
            <a:off x="355600" y="7416800"/>
            <a:ext cx="122936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>
                <a:sym typeface="Gill Sans Light" charset="0"/>
              </a:rPr>
              <a:t>Click </a:t>
            </a:r>
            <a:r>
              <a:rPr lang="de-DE" dirty="0" err="1" smtClean="0">
                <a:sym typeface="Gill Sans Light" charset="0"/>
              </a:rPr>
              <a:t>to</a:t>
            </a:r>
            <a:r>
              <a:rPr lang="de-DE" dirty="0" smtClean="0">
                <a:sym typeface="Gill Sans Light" charset="0"/>
              </a:rPr>
              <a:t> </a:t>
            </a:r>
            <a:r>
              <a:rPr lang="de-DE" dirty="0" err="1" smtClean="0">
                <a:sym typeface="Gill Sans Light" charset="0"/>
              </a:rPr>
              <a:t>edit</a:t>
            </a:r>
            <a:r>
              <a:rPr lang="de-DE" dirty="0" smtClean="0">
                <a:sym typeface="Gill Sans Light" charset="0"/>
              </a:rPr>
              <a:t> Master title style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3384" y="9229297"/>
            <a:ext cx="963712" cy="400031"/>
          </a:xfrm>
          <a:prstGeom prst="rect">
            <a:avLst/>
          </a:prstGeom>
        </p:spPr>
      </p:pic>
      <p:sp>
        <p:nvSpPr>
          <p:cNvPr id="4" name="Textfeld 3"/>
          <p:cNvSpPr txBox="1"/>
          <p:nvPr userDrawn="1"/>
        </p:nvSpPr>
        <p:spPr>
          <a:xfrm>
            <a:off x="10871464" y="9327727"/>
            <a:ext cx="1075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 smtClean="0"/>
              <a:t>Generated by </a:t>
            </a:r>
            <a:endParaRPr lang="de-DE" sz="1050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4" r:id="rId2"/>
  </p:sldLayoutIdLst>
  <p:hf hdr="0" dt="0"/>
  <p:txStyles>
    <p:titleStyle>
      <a:lvl1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+mj-lt"/>
          <a:ea typeface="+mj-ea"/>
          <a:cs typeface="+mj-cs"/>
          <a:sym typeface="Gill Sans Light" charset="0"/>
        </a:defRPr>
      </a:lvl1pPr>
      <a:lvl2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2pPr>
      <a:lvl3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3pPr>
      <a:lvl4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4pPr>
      <a:lvl5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9pPr>
    </p:titleStyle>
    <p:bodyStyle>
      <a:lvl1pPr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1pPr>
      <a:lvl2pPr marL="3429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2pPr>
      <a:lvl3pPr marL="685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3pPr>
      <a:lvl4pPr marL="10287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4pPr>
      <a:lvl5pPr marL="13716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5pPr>
      <a:lvl6pPr marL="1828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6pPr>
      <a:lvl7pPr marL="22860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7pPr>
      <a:lvl8pPr marL="27432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8pPr>
      <a:lvl9pPr marL="32004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16" name="Rechteck 15"/>
          <p:cNvSpPr/>
          <p:nvPr/>
        </p:nvSpPr>
        <p:spPr bwMode="auto">
          <a:xfrm>
            <a:off x="886336" y="1564433"/>
            <a:ext cx="5328032" cy="7128791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/>
              <a:t>Projekt-Tafel </a:t>
            </a:r>
            <a:r>
              <a:rPr lang="de-DE" sz="1200" dirty="0" smtClean="0"/>
              <a:t>Phasen (</a:t>
            </a:r>
          </a:p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</a:t>
            </a:r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Case</a:t>
            </a:r>
            <a:r>
              <a:rPr lang="de-DE" sz="1200" dirty="0" smtClean="0"/>
              <a:t>#</a:t>
            </a:r>
          </a:p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r>
              <a:rPr lang="de-DE" sz="1200" dirty="0" smtClean="0"/>
              <a:t>#</a:t>
            </a:r>
            <a:r>
              <a:rPr lang="de-DE" sz="1200" dirty="0" smtClean="0">
                <a:solidFill>
                  <a:schemeClr val="bg2"/>
                </a:solidFill>
                <a:sym typeface="Noteworthy Bold" charset="0"/>
              </a:rPr>
              <a:t> </a:t>
            </a:r>
          </a:p>
          <a:p>
            <a:pPr marL="342900"/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r>
              <a:rPr lang="de-DE" sz="1200" dirty="0" smtClean="0">
                <a:sym typeface="Noteworthy Bold" charset="0"/>
              </a:rPr>
              <a:t>)</a:t>
            </a:r>
            <a:endParaRPr lang="de-DE" sz="1200" dirty="0"/>
          </a:p>
        </p:txBody>
      </p:sp>
      <p:sp>
        <p:nvSpPr>
          <p:cNvPr id="17" name="Rechteck 16"/>
          <p:cNvSpPr/>
          <p:nvPr/>
        </p:nvSpPr>
        <p:spPr bwMode="auto">
          <a:xfrm>
            <a:off x="6335584" y="1564432"/>
            <a:ext cx="5328032" cy="2304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ym typeface="Noteworthy Bold" charset="0"/>
              </a:rPr>
              <a:t>Phase </a:t>
            </a:r>
            <a:r>
              <a:rPr lang="de-DE" sz="1200" dirty="0" smtClean="0"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r>
              <a:rPr lang="de-DE" sz="1200" dirty="0" smtClean="0">
                <a:sym typeface="Noteworthy Bold" charset="0"/>
              </a:rPr>
              <a:t>)</a:t>
            </a:r>
            <a:endParaRPr lang="de-DE" sz="1200" dirty="0"/>
          </a:p>
        </p:txBody>
      </p:sp>
      <p:sp>
        <p:nvSpPr>
          <p:cNvPr id="19" name="Rechteck 18"/>
          <p:cNvSpPr/>
          <p:nvPr/>
        </p:nvSpPr>
        <p:spPr bwMode="auto">
          <a:xfrm>
            <a:off x="6335584" y="3976828"/>
            <a:ext cx="5328032" cy="2304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ym typeface="Noteworthy Bold" charset="0"/>
              </a:rPr>
              <a:t>Phase </a:t>
            </a:r>
            <a:r>
              <a:rPr lang="de-DE" sz="1200" dirty="0" smtClean="0"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r>
              <a:rPr lang="de-DE" sz="1200" dirty="0" smtClean="0">
                <a:sym typeface="Noteworthy Bold" charset="0"/>
              </a:rPr>
              <a:t>)</a:t>
            </a:r>
            <a:endParaRPr lang="de-DE" sz="1200" dirty="0"/>
          </a:p>
        </p:txBody>
      </p:sp>
      <p:sp>
        <p:nvSpPr>
          <p:cNvPr id="23" name="Rechteck 22"/>
          <p:cNvSpPr/>
          <p:nvPr/>
        </p:nvSpPr>
        <p:spPr bwMode="auto">
          <a:xfrm>
            <a:off x="6335584" y="6389224"/>
            <a:ext cx="5328032" cy="2304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ym typeface="Noteworthy Bold" charset="0"/>
              </a:rPr>
              <a:t>Phase </a:t>
            </a:r>
            <a:r>
              <a:rPr lang="de-DE" sz="1200" dirty="0" smtClean="0">
                <a:sym typeface="Noteworthy Bold" charset="0"/>
              </a:rPr>
              <a:t>(</a:t>
            </a:r>
            <a:r>
              <a:rPr lang="de-DE" sz="1200" dirty="0"/>
              <a:t>Entwicklung</a:t>
            </a:r>
            <a:r>
              <a:rPr lang="de-DE" sz="1200" dirty="0" smtClean="0">
                <a:sym typeface="Noteworthy Bold" charset="0"/>
              </a:rPr>
              <a:t>)</a:t>
            </a:r>
            <a:endParaRPr lang="de-DE" sz="1200" dirty="0"/>
          </a:p>
        </p:txBody>
      </p:sp>
      <p:sp>
        <p:nvSpPr>
          <p:cNvPr id="13" name="Titel 1"/>
          <p:cNvSpPr txBox="1">
            <a:spLocks/>
          </p:cNvSpPr>
          <p:nvPr/>
        </p:nvSpPr>
        <p:spPr bwMode="auto">
          <a:xfrm>
            <a:off x="165696" y="282749"/>
            <a:ext cx="12313368" cy="124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+mj-lt"/>
                <a:ea typeface="+mj-ea"/>
                <a:cs typeface="+mj-cs"/>
                <a:sym typeface="Gill Sans Light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r>
              <a:rPr lang="de-DE" sz="4400" kern="0" smtClean="0"/>
              <a:t>Projekt-Phasen Häufigkeit </a:t>
            </a:r>
            <a:endParaRPr lang="de-DE" sz="4400" kern="0" dirty="0"/>
          </a:p>
        </p:txBody>
      </p:sp>
      <p:sp>
        <p:nvSpPr>
          <p:cNvPr id="11" name="Textfeld 10"/>
          <p:cNvSpPr txBox="1"/>
          <p:nvPr/>
        </p:nvSpPr>
        <p:spPr>
          <a:xfrm>
            <a:off x="781732" y="8693224"/>
            <a:ext cx="550663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 smtClean="0"/>
              <a:t>Die in den Summen-Charts angezeigten Phasen werden in den Projekten in Ihrer </a:t>
            </a:r>
            <a:br>
              <a:rPr lang="de-DE" sz="900" dirty="0" smtClean="0"/>
            </a:br>
            <a:r>
              <a:rPr lang="de-DE" sz="900" dirty="0" smtClean="0"/>
              <a:t>zeitlichen Lage  farblich gekennzeichnet; </a:t>
            </a:r>
          </a:p>
          <a:p>
            <a:r>
              <a:rPr lang="de-DE" sz="900" dirty="0" smtClean="0"/>
              <a:t>Angezeigt werden Phasen, wenn sie ganz oder teilweise im betrachteten Zeitraum (graue Fläche) liegen</a:t>
            </a:r>
            <a:endParaRPr lang="de-DE" sz="900" dirty="0"/>
          </a:p>
        </p:txBody>
      </p:sp>
      <p:sp>
        <p:nvSpPr>
          <p:cNvPr id="14" name="Textfeld 13"/>
          <p:cNvSpPr txBox="1"/>
          <p:nvPr/>
        </p:nvSpPr>
        <p:spPr>
          <a:xfrm>
            <a:off x="6755716" y="8693224"/>
            <a:ext cx="4717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 smtClean="0"/>
              <a:t>In den Summen-Charts wird angezeigt, wie oft eine bestimmte Phase über alle Projekte  </a:t>
            </a:r>
            <a:br>
              <a:rPr lang="de-DE" sz="900" dirty="0" smtClean="0"/>
            </a:br>
            <a:r>
              <a:rPr lang="de-DE" sz="900" dirty="0" smtClean="0"/>
              <a:t>im jeweiligen Monat des betrachteten Zeitraums vorkommt</a:t>
            </a:r>
            <a:endParaRPr lang="de-DE" sz="900" dirty="0"/>
          </a:p>
        </p:txBody>
      </p:sp>
      <p:sp>
        <p:nvSpPr>
          <p:cNvPr id="12" name="Rechteck 11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</p:spTree>
    <p:extLst>
      <p:ext uri="{BB962C8B-B14F-4D97-AF65-F5344CB8AC3E}">
        <p14:creationId xmlns:p14="http://schemas.microsoft.com/office/powerpoint/2010/main" val="402508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/>
          <p:nvPr/>
        </p:nvSpPr>
        <p:spPr bwMode="auto">
          <a:xfrm>
            <a:off x="886336" y="1564433"/>
            <a:ext cx="5328032" cy="7128791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/>
              <a:t>Projekt-Tafel Phasen (</a:t>
            </a:r>
          </a:p>
          <a:p>
            <a:pPr marL="342900"/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r>
              <a:rPr lang="de-DE" sz="1200" dirty="0" smtClean="0">
                <a:sym typeface="Noteworthy Bold" charset="0"/>
              </a:rPr>
              <a:t>#</a:t>
            </a:r>
            <a:endParaRPr lang="de-DE" sz="1200" dirty="0">
              <a:sym typeface="Noteworthy Bold" charset="0"/>
            </a:endParaRPr>
          </a:p>
          <a:p>
            <a:pPr marL="342900"/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r>
              <a:rPr lang="de-DE" sz="1200" dirty="0" smtClean="0">
                <a:sym typeface="Noteworthy Bold" charset="0"/>
              </a:rPr>
              <a:t>#</a:t>
            </a:r>
            <a:endParaRPr lang="de-DE" sz="1200" dirty="0">
              <a:sym typeface="Noteworthy Bold" charset="0"/>
            </a:endParaRPr>
          </a:p>
          <a:p>
            <a:pPr marL="342900"/>
            <a:r>
              <a:rPr lang="de-DE" sz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  <a:r>
              <a:rPr lang="de-DE" sz="1200" dirty="0" smtClean="0">
                <a:sym typeface="Noteworthy Bold" charset="0"/>
              </a:rPr>
              <a:t>#</a:t>
            </a:r>
            <a:endParaRPr lang="de-DE" sz="1200" dirty="0">
              <a:sym typeface="Noteworthy Bold" charset="0"/>
            </a:endParaRPr>
          </a:p>
          <a:p>
            <a:pPr marL="342900"/>
            <a:r>
              <a:rPr lang="de-DE" sz="1200" dirty="0" smtClean="0">
                <a:sym typeface="Noteworthy Bold" charset="0"/>
              </a:rPr>
              <a:t>)</a:t>
            </a:r>
            <a:endParaRPr lang="de-DE" sz="1200" dirty="0"/>
          </a:p>
        </p:txBody>
      </p:sp>
      <p:sp>
        <p:nvSpPr>
          <p:cNvPr id="17" name="Rechteck 16"/>
          <p:cNvSpPr/>
          <p:nvPr/>
        </p:nvSpPr>
        <p:spPr bwMode="auto">
          <a:xfrm>
            <a:off x="6335584" y="1564432"/>
            <a:ext cx="5328032" cy="2304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 smtClean="0">
                <a:sym typeface="Noteworthy Bold" charset="0"/>
              </a:rPr>
              <a:t>Phase 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r>
              <a:rPr lang="de-DE" sz="1200" dirty="0" smtClean="0">
                <a:sym typeface="Noteworthy Bold" charset="0"/>
              </a:rPr>
              <a:t>)</a:t>
            </a:r>
            <a:endParaRPr lang="de-DE" sz="1200" dirty="0"/>
          </a:p>
        </p:txBody>
      </p:sp>
      <p:sp>
        <p:nvSpPr>
          <p:cNvPr id="19" name="Rechteck 18"/>
          <p:cNvSpPr/>
          <p:nvPr/>
        </p:nvSpPr>
        <p:spPr bwMode="auto">
          <a:xfrm>
            <a:off x="6335584" y="3976828"/>
            <a:ext cx="5328032" cy="2304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ym typeface="Noteworthy Bold" charset="0"/>
              </a:rPr>
              <a:t>Phase </a:t>
            </a:r>
            <a:r>
              <a:rPr lang="de-DE" sz="1200" dirty="0" smtClean="0"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 </a:t>
            </a:r>
            <a:r>
              <a:rPr lang="de-DE" sz="1200" dirty="0" smtClean="0">
                <a:sym typeface="Noteworthy Bold" charset="0"/>
              </a:rPr>
              <a:t>)</a:t>
            </a:r>
            <a:endParaRPr lang="de-DE" sz="1200" dirty="0"/>
          </a:p>
        </p:txBody>
      </p:sp>
      <p:sp>
        <p:nvSpPr>
          <p:cNvPr id="23" name="Rechteck 22"/>
          <p:cNvSpPr/>
          <p:nvPr/>
        </p:nvSpPr>
        <p:spPr bwMode="auto">
          <a:xfrm>
            <a:off x="6335584" y="6389224"/>
            <a:ext cx="5328032" cy="2304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ym typeface="Noteworthy Bold" charset="0"/>
              </a:rPr>
              <a:t>Phase </a:t>
            </a:r>
            <a:r>
              <a:rPr lang="de-DE" sz="1200" dirty="0" smtClean="0">
                <a:sym typeface="Noteworthy Bold" charset="0"/>
              </a:rPr>
              <a:t>(</a:t>
            </a:r>
            <a:r>
              <a:rPr lang="de-DE" sz="1200" dirty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  <a:r>
              <a:rPr lang="de-DE" sz="1200" dirty="0" smtClean="0">
                <a:sym typeface="Noteworthy Bold" charset="0"/>
              </a:rPr>
              <a:t>)</a:t>
            </a:r>
            <a:endParaRPr lang="de-DE" sz="1200" dirty="0"/>
          </a:p>
        </p:txBody>
      </p:sp>
      <p:sp>
        <p:nvSpPr>
          <p:cNvPr id="13" name="Titel 1"/>
          <p:cNvSpPr txBox="1">
            <a:spLocks/>
          </p:cNvSpPr>
          <p:nvPr/>
        </p:nvSpPr>
        <p:spPr bwMode="auto">
          <a:xfrm>
            <a:off x="165696" y="282749"/>
            <a:ext cx="12313368" cy="124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+mj-lt"/>
                <a:ea typeface="+mj-ea"/>
                <a:cs typeface="+mj-cs"/>
                <a:sym typeface="Gill Sans Light" charset="0"/>
              </a:defRPr>
            </a:lvl1pPr>
            <a:lvl2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457200"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914400"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1371600"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1828800" algn="ctr" defTabSz="584200" rtl="0" fontAlgn="base" hangingPunct="0">
              <a:spcBef>
                <a:spcPct val="0"/>
              </a:spcBef>
              <a:spcAft>
                <a:spcPct val="0"/>
              </a:spcAft>
              <a:defRPr sz="7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r>
              <a:rPr lang="de-DE" sz="4400" kern="0" smtClean="0"/>
              <a:t>Projekt-Phasen Häufigkeit </a:t>
            </a:r>
            <a:endParaRPr lang="de-DE" sz="4400" kern="0" dirty="0"/>
          </a:p>
        </p:txBody>
      </p:sp>
      <p:sp>
        <p:nvSpPr>
          <p:cNvPr id="11" name="Textfeld 10"/>
          <p:cNvSpPr txBox="1"/>
          <p:nvPr/>
        </p:nvSpPr>
        <p:spPr>
          <a:xfrm>
            <a:off x="781732" y="8693224"/>
            <a:ext cx="550663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 smtClean="0"/>
              <a:t>Die in den Summen-Charts angezeigten Phasen werden in den Projekten in Ihrer </a:t>
            </a:r>
            <a:br>
              <a:rPr lang="de-DE" sz="900" dirty="0" smtClean="0"/>
            </a:br>
            <a:r>
              <a:rPr lang="de-DE" sz="900" dirty="0" smtClean="0"/>
              <a:t>zeitlichen Lage  farblich gekennzeichnet; </a:t>
            </a:r>
          </a:p>
          <a:p>
            <a:r>
              <a:rPr lang="de-DE" sz="900" dirty="0" smtClean="0"/>
              <a:t>Angezeigt werden Phasen, wenn sie ganz oder teilweise im betrachteten Zeitraum (graue Fläche) liegen</a:t>
            </a:r>
            <a:endParaRPr lang="de-DE" sz="900" dirty="0"/>
          </a:p>
        </p:txBody>
      </p:sp>
      <p:sp>
        <p:nvSpPr>
          <p:cNvPr id="14" name="Textfeld 13"/>
          <p:cNvSpPr txBox="1"/>
          <p:nvPr/>
        </p:nvSpPr>
        <p:spPr>
          <a:xfrm>
            <a:off x="6755716" y="8693224"/>
            <a:ext cx="4717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 smtClean="0"/>
              <a:t>In den Summen-Charts wird angezeigt, wie oft eine bestimmte Phase über alle Projekte  </a:t>
            </a:r>
            <a:br>
              <a:rPr lang="de-DE" sz="900" dirty="0" smtClean="0"/>
            </a:br>
            <a:r>
              <a:rPr lang="de-DE" sz="900" dirty="0" smtClean="0"/>
              <a:t>im jeweiligen Monat des betrachteten Zeitraums vorkommt</a:t>
            </a:r>
            <a:endParaRPr lang="de-DE" sz="900" dirty="0"/>
          </a:p>
        </p:txBody>
      </p:sp>
      <p:sp>
        <p:nvSpPr>
          <p:cNvPr id="12" name="Rechteck 11"/>
          <p:cNvSpPr/>
          <p:nvPr/>
        </p:nvSpPr>
        <p:spPr bwMode="auto">
          <a:xfrm>
            <a:off x="504000" y="9197280"/>
            <a:ext cx="2542016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Stand:</a:t>
            </a:r>
          </a:p>
        </p:txBody>
      </p:sp>
      <p:sp>
        <p:nvSpPr>
          <p:cNvPr id="18" name="Rechteck 17"/>
          <p:cNvSpPr/>
          <p:nvPr/>
        </p:nvSpPr>
        <p:spPr bwMode="auto">
          <a:xfrm>
            <a:off x="3262040" y="9201054"/>
            <a:ext cx="2902056" cy="336319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Zeitraum:</a:t>
            </a:r>
          </a:p>
        </p:txBody>
      </p:sp>
      <p:sp>
        <p:nvSpPr>
          <p:cNvPr id="20" name="Rechteck 19"/>
          <p:cNvSpPr/>
          <p:nvPr/>
        </p:nvSpPr>
        <p:spPr bwMode="auto">
          <a:xfrm>
            <a:off x="6336648" y="9197280"/>
            <a:ext cx="4486232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174625" algn="l"/>
            <a:r>
              <a:rPr lang="de-DE" sz="1400" dirty="0"/>
              <a:t>Portfolio-Name</a:t>
            </a:r>
          </a:p>
        </p:txBody>
      </p:sp>
    </p:spTree>
    <p:extLst>
      <p:ext uri="{BB962C8B-B14F-4D97-AF65-F5344CB8AC3E}">
        <p14:creationId xmlns:p14="http://schemas.microsoft.com/office/powerpoint/2010/main" val="1209285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">
      <a:dk1>
        <a:srgbClr val="A5A5A5"/>
      </a:dk1>
      <a:lt1>
        <a:srgbClr val="414141"/>
      </a:lt1>
      <a:dk2>
        <a:srgbClr val="240041"/>
      </a:dk2>
      <a:lt2>
        <a:srgbClr val="484D4B"/>
      </a:lt2>
      <a:accent1>
        <a:srgbClr val="669AA4"/>
      </a:accent1>
      <a:accent2>
        <a:srgbClr val="930706"/>
      </a:accent2>
      <a:accent3>
        <a:srgbClr val="ACAAB0"/>
      </a:accent3>
      <a:accent4>
        <a:srgbClr val="363636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PresentationFormat>Benutzerdefiniert</PresentationFormat>
  <Paragraphs>191</Paragraphs>
  <Slides>2</Slides>
  <Notes>2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3" baseType="lpstr">
      <vt:lpstr>Larissa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tom</cp:lastModifiedBy>
  <cp:revision>123</cp:revision>
  <dcterms:modified xsi:type="dcterms:W3CDTF">2014-03-02T12:17:49Z</dcterms:modified>
</cp:coreProperties>
</file>