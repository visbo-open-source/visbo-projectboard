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91" r:id="rId1"/>
  </p:sldMasterIdLst>
  <p:notesMasterIdLst>
    <p:notesMasterId r:id="rId3"/>
  </p:notesMasterIdLst>
  <p:handoutMasterIdLst>
    <p:handoutMasterId r:id="rId4"/>
  </p:handoutMasterIdLst>
  <p:sldIdLst>
    <p:sldId id="1576" r:id="rId2"/>
  </p:sldIdLst>
  <p:sldSz cx="17068800" cy="9601200"/>
  <p:notesSz cx="6865938" cy="9998075"/>
  <p:custDataLst>
    <p:tags r:id="rId5"/>
  </p:custDataLst>
  <p:defaultTextStyle>
    <a:defPPr>
      <a:defRPr lang="de-DE"/>
    </a:defPPr>
    <a:lvl1pPr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197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4392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1590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48786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47976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697571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47167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596764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7941E"/>
    <a:srgbClr val="558ED5"/>
    <a:srgbClr val="458CCB"/>
    <a:srgbClr val="F6C834"/>
    <a:srgbClr val="99FF99"/>
    <a:srgbClr val="AFCC45"/>
    <a:srgbClr val="ED8036"/>
    <a:srgbClr val="FFFFFF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3" autoAdjust="0"/>
    <p:restoredTop sz="93004" autoAdjust="0"/>
  </p:normalViewPr>
  <p:slideViewPr>
    <p:cSldViewPr>
      <p:cViewPr varScale="1">
        <p:scale>
          <a:sx n="80" d="100"/>
          <a:sy n="80" d="100"/>
        </p:scale>
        <p:origin x="1206" y="114"/>
      </p:cViewPr>
      <p:guideLst>
        <p:guide orient="horz" pos="3024"/>
        <p:guide pos="53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Koytek" userId="1122f4c81c71b2f9" providerId="LiveId" clId="{1168D2B6-AE15-4E7C-8345-5C90892F82A7}"/>
    <pc:docChg chg="modSld">
      <pc:chgData name="Thomas Koytek" userId="1122f4c81c71b2f9" providerId="LiveId" clId="{1168D2B6-AE15-4E7C-8345-5C90892F82A7}" dt="2020-12-09T18:29:48.041" v="3" actId="14100"/>
      <pc:docMkLst>
        <pc:docMk/>
      </pc:docMkLst>
      <pc:sldChg chg="addSp modSp mod">
        <pc:chgData name="Thomas Koytek" userId="1122f4c81c71b2f9" providerId="LiveId" clId="{1168D2B6-AE15-4E7C-8345-5C90892F82A7}" dt="2020-12-09T18:29:48.041" v="3" actId="14100"/>
        <pc:sldMkLst>
          <pc:docMk/>
          <pc:sldMk cId="1374429260" sldId="1576"/>
        </pc:sldMkLst>
        <pc:spChg chg="mod">
          <ac:chgData name="Thomas Koytek" userId="1122f4c81c71b2f9" providerId="LiveId" clId="{1168D2B6-AE15-4E7C-8345-5C90892F82A7}" dt="2020-12-09T18:06:20.760" v="1" actId="962"/>
          <ac:spMkLst>
            <pc:docMk/>
            <pc:sldMk cId="1374429260" sldId="1576"/>
            <ac:spMk id="4" creationId="{1D39B104-34B2-44F2-8DEC-14BC457713FD}"/>
          </ac:spMkLst>
        </pc:spChg>
        <pc:cxnChg chg="add mod">
          <ac:chgData name="Thomas Koytek" userId="1122f4c81c71b2f9" providerId="LiveId" clId="{1168D2B6-AE15-4E7C-8345-5C90892F82A7}" dt="2020-12-09T18:29:48.041" v="3" actId="14100"/>
          <ac:cxnSpMkLst>
            <pc:docMk/>
            <pc:sldMk cId="1374429260" sldId="1576"/>
            <ac:cxnSpMk id="9" creationId="{9C175544-F19B-43A7-BCBA-F62DA456925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911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/>
            </a:lvl1pPr>
          </a:lstStyle>
          <a:p>
            <a:fld id="{19374F5E-DF45-4BEC-9D66-DFC57119FD26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911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/>
            </a:lvl1pPr>
          </a:lstStyle>
          <a:p>
            <a:fld id="{CC694DF6-5A87-403A-9349-A7F704505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696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00013" y="749300"/>
            <a:ext cx="6665912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459" y="4749086"/>
            <a:ext cx="5035022" cy="44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32" tIns="48167" rIns="96332" bIns="481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197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4392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1590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48786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47976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97571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47167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596764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0160" y="2982605"/>
            <a:ext cx="14508480" cy="2058035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60320" y="5440681"/>
            <a:ext cx="1194816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1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2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3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3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8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532541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843" indent="-457843">
              <a:buClr>
                <a:srgbClr val="0070C0"/>
              </a:buClr>
              <a:buSzPct val="66000"/>
              <a:buFont typeface="Wingdings" panose="05000000000000000000" pitchFamily="2" charset="2"/>
              <a:buChar char=""/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6"/>
              </a:buClr>
              <a:defRPr sz="2000"/>
            </a:lvl2pPr>
            <a:lvl3pPr marL="1556810" indent="-358448">
              <a:defRPr sz="1600"/>
            </a:lvl3pPr>
            <a:lvl4pPr marL="1913135" indent="-231189">
              <a:defRPr sz="1600"/>
            </a:lvl4pPr>
            <a:lvl5pPr marL="244183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2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8320" y="6169670"/>
            <a:ext cx="1450848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48320" y="4069400"/>
            <a:ext cx="1450848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4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091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13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18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22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2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32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36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33782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3" y="2149162"/>
            <a:ext cx="7541684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3443" y="3044826"/>
            <a:ext cx="7541684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8670716" y="2149162"/>
            <a:ext cx="7544648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8670716" y="3044826"/>
            <a:ext cx="7544648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00609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6874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6C5D-FED1-41A1-8E06-910D3F4D4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2707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3" y="382270"/>
            <a:ext cx="561551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673431" y="382279"/>
            <a:ext cx="9541933" cy="81943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 marL="1556810" indent="-358448">
              <a:defRPr sz="2100"/>
            </a:lvl3pPr>
            <a:lvl4pPr>
              <a:defRPr sz="16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3443" y="2009146"/>
            <a:ext cx="561551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965806" y="1877075"/>
            <a:ext cx="55833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1586182" y="1965810"/>
            <a:ext cx="49630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38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5605" y="6720844"/>
            <a:ext cx="1024128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345605" y="857885"/>
            <a:ext cx="1024128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459" indent="0">
              <a:buNone/>
              <a:defRPr sz="3700"/>
            </a:lvl2pPr>
            <a:lvl3pPr marL="1220919" indent="0">
              <a:buNone/>
              <a:defRPr sz="3200"/>
            </a:lvl3pPr>
            <a:lvl4pPr marL="1831378" indent="0">
              <a:buNone/>
              <a:defRPr sz="2700"/>
            </a:lvl4pPr>
            <a:lvl5pPr marL="2441837" indent="0">
              <a:buNone/>
              <a:defRPr sz="2700"/>
            </a:lvl5pPr>
            <a:lvl6pPr marL="3052295" indent="0">
              <a:buNone/>
              <a:defRPr sz="2700"/>
            </a:lvl6pPr>
            <a:lvl7pPr marL="3662756" indent="0">
              <a:buNone/>
              <a:defRPr sz="2700"/>
            </a:lvl7pPr>
            <a:lvl8pPr marL="4273215" indent="0">
              <a:buNone/>
              <a:defRPr sz="2700"/>
            </a:lvl8pPr>
            <a:lvl9pPr marL="4883674" indent="0">
              <a:buNone/>
              <a:defRPr sz="2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5605" y="7514277"/>
            <a:ext cx="1024128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49350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135495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66730" y="476747"/>
            <a:ext cx="16135351" cy="126265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52886326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2092" tIns="61046" rIns="122092" bIns="61046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3440" y="8898900"/>
            <a:ext cx="3982720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" y="2568352"/>
            <a:ext cx="1706880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89"/>
            <a:ext cx="15361920" cy="6336348"/>
          </a:xfrm>
          <a:prstGeom prst="rect">
            <a:avLst/>
          </a:prstGeom>
        </p:spPr>
        <p:txBody>
          <a:bodyPr vert="horz" lIns="122092" tIns="61046" rIns="122092" bIns="61046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ED533141-861A-49BC-835C-C5EBD1D71B27}"/>
              </a:ext>
            </a:extLst>
          </p:cNvPr>
          <p:cNvSpPr txBox="1"/>
          <p:nvPr userDrawn="1"/>
        </p:nvSpPr>
        <p:spPr>
          <a:xfrm>
            <a:off x="14775417" y="9125570"/>
            <a:ext cx="830976" cy="229380"/>
          </a:xfrm>
          <a:prstGeom prst="rect">
            <a:avLst/>
          </a:prstGeom>
          <a:noFill/>
        </p:spPr>
        <p:txBody>
          <a:bodyPr wrap="none" lIns="90001" tIns="45001" rIns="90001" bIns="45001" rtlCol="0">
            <a:spAutoFit/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/>
              <a:t>Generated by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DF04EC5-66A9-47D0-943F-6A8249ABAD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176" y="8917137"/>
            <a:ext cx="1172151" cy="4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54" r:id="rId9"/>
  </p:sldLayoutIdLst>
  <p:hf hdr="0" dt="0"/>
  <p:txStyles>
    <p:titleStyle>
      <a:lvl1pPr algn="ctr" defTabSz="1220919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843" indent="-457843" algn="l" defTabSz="1220919" rtl="0" eaLnBrk="1" latinLnBrk="0" hangingPunct="1">
        <a:spcBef>
          <a:spcPct val="20000"/>
        </a:spcBef>
        <a:buClr>
          <a:srgbClr val="0070C0"/>
        </a:buClr>
        <a:buSzPct val="66000"/>
        <a:buFont typeface="Wingdings" panose="05000000000000000000" pitchFamily="2" charset="2"/>
        <a:buChar char="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103" indent="-460256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556810" indent="-358448" algn="l" defTabSz="1220919" rtl="0" eaLnBrk="1" latinLnBrk="0" hangingPunct="1">
        <a:spcBef>
          <a:spcPct val="20000"/>
        </a:spcBef>
        <a:buClr>
          <a:srgbClr val="0070C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3135" indent="-231189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indent="0" algn="l" defTabSz="1220919" rtl="0" eaLnBrk="1" latinLnBrk="0" hangingPunct="1">
        <a:spcBef>
          <a:spcPct val="20000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7527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798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844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890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45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091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1378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29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2756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321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3674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4" title="Swimlanes">
            <a:extLst>
              <a:ext uri="{FF2B5EF4-FFF2-40B4-BE49-F238E27FC236}">
                <a16:creationId xmlns:a16="http://schemas.microsoft.com/office/drawing/2014/main" id="{1D39B104-34B2-44F2-8DEC-14BC457713FD}"/>
              </a:ext>
            </a:extLst>
          </p:cNvPr>
          <p:cNvSpPr/>
          <p:nvPr/>
        </p:nvSpPr>
        <p:spPr>
          <a:xfrm>
            <a:off x="1142499" y="912169"/>
            <a:ext cx="15120000" cy="78488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Swimlanes</a:t>
            </a:r>
            <a:endParaRPr lang="de-DE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A289A84-5E97-4709-9E5D-7BE993491675}"/>
              </a:ext>
            </a:extLst>
          </p:cNvPr>
          <p:cNvSpPr txBox="1"/>
          <p:nvPr/>
        </p:nvSpPr>
        <p:spPr>
          <a:xfrm>
            <a:off x="1045568" y="336104"/>
            <a:ext cx="2022447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/>
          <a:p>
            <a:pPr algn="l"/>
            <a:r>
              <a:rPr lang="de-D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Projekt-Name</a:t>
            </a:r>
          </a:p>
        </p:txBody>
      </p:sp>
      <p:sp>
        <p:nvSpPr>
          <p:cNvPr id="14" name="Textfeld 13" title="Stand:">
            <a:extLst>
              <a:ext uri="{FF2B5EF4-FFF2-40B4-BE49-F238E27FC236}">
                <a16:creationId xmlns:a16="http://schemas.microsoft.com/office/drawing/2014/main" id="{17E6A582-B5E4-401D-BAF8-355E782E6C79}"/>
              </a:ext>
            </a:extLst>
          </p:cNvPr>
          <p:cNvSpPr txBox="1"/>
          <p:nvPr/>
        </p:nvSpPr>
        <p:spPr>
          <a:xfrm>
            <a:off x="1093156" y="8977064"/>
            <a:ext cx="43236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Stand:</a:t>
            </a:r>
          </a:p>
        </p:txBody>
      </p:sp>
      <p:sp>
        <p:nvSpPr>
          <p:cNvPr id="6" name="Textfeld 5" title="ProjectName">
            <a:extLst>
              <a:ext uri="{FF2B5EF4-FFF2-40B4-BE49-F238E27FC236}">
                <a16:creationId xmlns:a16="http://schemas.microsoft.com/office/drawing/2014/main" id="{25D53C70-657B-408E-A097-62214D853EBE}"/>
              </a:ext>
            </a:extLst>
          </p:cNvPr>
          <p:cNvSpPr txBox="1"/>
          <p:nvPr/>
        </p:nvSpPr>
        <p:spPr>
          <a:xfrm>
            <a:off x="1261592" y="2225564"/>
            <a:ext cx="604653" cy="330072"/>
          </a:xfrm>
          <a:prstGeom prst="rect">
            <a:avLst/>
          </a:prstGeom>
          <a:noFill/>
        </p:spPr>
        <p:txBody>
          <a:bodyPr wrap="none" lIns="0" tIns="72000" rIns="0" bIns="72000" rtlCol="0">
            <a:spAutoFit/>
          </a:bodyPr>
          <a:lstStyle/>
          <a:p>
            <a:pPr algn="l"/>
            <a:r>
              <a:rPr lang="de-DE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Swimlane</a:t>
            </a:r>
            <a:endParaRPr lang="de-DE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Rechteck 6" title="PhaseForm">
            <a:extLst>
              <a:ext uri="{FF2B5EF4-FFF2-40B4-BE49-F238E27FC236}">
                <a16:creationId xmlns:a16="http://schemas.microsoft.com/office/drawing/2014/main" id="{CF26724A-19F4-4688-82B8-841CDF5B6367}"/>
              </a:ext>
            </a:extLst>
          </p:cNvPr>
          <p:cNvSpPr/>
          <p:nvPr/>
        </p:nvSpPr>
        <p:spPr bwMode="auto">
          <a:xfrm>
            <a:off x="3733300" y="2354600"/>
            <a:ext cx="2176333" cy="72000"/>
          </a:xfrm>
          <a:prstGeom prst="rect">
            <a:avLst/>
          </a:prstGeom>
          <a:solidFill>
            <a:srgbClr val="6D74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/>
          <a:p>
            <a:pPr marL="286386"/>
            <a:endParaRPr lang="de-DE"/>
          </a:p>
        </p:txBody>
      </p:sp>
      <p:sp>
        <p:nvSpPr>
          <p:cNvPr id="8" name="Raute 7" title="MilestoneForm">
            <a:extLst>
              <a:ext uri="{FF2B5EF4-FFF2-40B4-BE49-F238E27FC236}">
                <a16:creationId xmlns:a16="http://schemas.microsoft.com/office/drawing/2014/main" id="{A574A9A6-77A6-49F4-B151-2D02F8B9860C}"/>
              </a:ext>
            </a:extLst>
          </p:cNvPr>
          <p:cNvSpPr>
            <a:spLocks/>
          </p:cNvSpPr>
          <p:nvPr/>
        </p:nvSpPr>
        <p:spPr>
          <a:xfrm>
            <a:off x="4567224" y="2300600"/>
            <a:ext cx="180000" cy="1800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600" dirty="0"/>
              <a:t>33</a:t>
            </a:r>
            <a:endParaRPr lang="de-DE" sz="1000" dirty="0"/>
          </a:p>
        </p:txBody>
      </p:sp>
      <p:cxnSp>
        <p:nvCxnSpPr>
          <p:cNvPr id="10" name="Gerade Verbindung 13" title="ProjectForm">
            <a:extLst>
              <a:ext uri="{FF2B5EF4-FFF2-40B4-BE49-F238E27FC236}">
                <a16:creationId xmlns:a16="http://schemas.microsoft.com/office/drawing/2014/main" id="{4CA43CAE-E1AF-4B0A-BB64-248665C41696}"/>
              </a:ext>
            </a:extLst>
          </p:cNvPr>
          <p:cNvCxnSpPr/>
          <p:nvPr/>
        </p:nvCxnSpPr>
        <p:spPr bwMode="auto">
          <a:xfrm>
            <a:off x="3128532" y="2390600"/>
            <a:ext cx="3178019" cy="0"/>
          </a:xfrm>
          <a:prstGeom prst="line">
            <a:avLst/>
          </a:prstGeom>
          <a:solidFill>
            <a:srgbClr val="6D7472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dashDot"/>
            <a:miter lim="0"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Gerade Verbindung 4" descr="Enlarge13" title="CalendarLine">
            <a:extLst>
              <a:ext uri="{FF2B5EF4-FFF2-40B4-BE49-F238E27FC236}">
                <a16:creationId xmlns:a16="http://schemas.microsoft.com/office/drawing/2014/main" id="{9C175544-F19B-43A7-BCBA-F62DA456925E}"/>
              </a:ext>
            </a:extLst>
          </p:cNvPr>
          <p:cNvCxnSpPr/>
          <p:nvPr/>
        </p:nvCxnSpPr>
        <p:spPr bwMode="auto">
          <a:xfrm>
            <a:off x="4567224" y="1632247"/>
            <a:ext cx="11456008" cy="1"/>
          </a:xfrm>
          <a:prstGeom prst="line">
            <a:avLst/>
          </a:prstGeom>
          <a:solidFill>
            <a:srgbClr val="6D7472"/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374429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PF" val="0"/>
  <p:tag name="SMART" val="visbo"/>
  <p:tag name="SOC" val="01.01.2015"/>
  <p:tag name="CRD" val="09.12.2020 18:57:33"/>
  <p:tag name="DBURL" val="https://my.visbo.net/api"/>
  <p:tag name="DBNAME" val="BHTC"/>
  <p:tag name="VCID" val="5fd0db61c7f8400c47bc83b3"/>
  <p:tag name="DBSSL" val="True"/>
  <p:tag name="CURS" val="YwoOKpeUKpCJcv0JWQYduw=="/>
  <p:tag name="REST" val="True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chemeClr val="tx1"/>
            </a:solidFill>
            <a:latin typeface="Gill Sans Light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Gill Sans Light</vt:lpstr>
      <vt:lpstr>Noteworthy Bold</vt:lpstr>
      <vt:lpstr>Wingdings</vt:lpstr>
      <vt:lpstr>Larissa</vt:lpstr>
      <vt:lpstr>think-cell 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 Koytek</cp:lastModifiedBy>
  <cp:revision>2415</cp:revision>
  <cp:lastPrinted>2019-01-16T14:41:47Z</cp:lastPrinted>
  <dcterms:modified xsi:type="dcterms:W3CDTF">2020-12-09T18:29:58Z</dcterms:modified>
</cp:coreProperties>
</file>