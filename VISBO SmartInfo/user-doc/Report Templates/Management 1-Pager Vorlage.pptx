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91" r:id="rId1"/>
  </p:sldMasterIdLst>
  <p:notesMasterIdLst>
    <p:notesMasterId r:id="rId3"/>
  </p:notesMasterIdLst>
  <p:handoutMasterIdLst>
    <p:handoutMasterId r:id="rId4"/>
  </p:handoutMasterIdLst>
  <p:sldIdLst>
    <p:sldId id="1577" r:id="rId2"/>
  </p:sldIdLst>
  <p:sldSz cx="17068800" cy="9601200"/>
  <p:notesSz cx="6865938" cy="9998075"/>
  <p:custDataLst>
    <p:tags r:id="rId5"/>
  </p:custDataLst>
  <p:defaultTextStyle>
    <a:defPPr>
      <a:defRPr lang="de-DE"/>
    </a:defPPr>
    <a:lvl1pPr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37197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74392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11590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48786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47976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697571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147167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596764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F81BD"/>
    <a:srgbClr val="F7941E"/>
    <a:srgbClr val="558ED5"/>
    <a:srgbClr val="458CCB"/>
    <a:srgbClr val="F6C834"/>
    <a:srgbClr val="99FF99"/>
    <a:srgbClr val="AFCC45"/>
    <a:srgbClr val="ED8036"/>
    <a:srgbClr val="B9CD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03" autoAdjust="0"/>
    <p:restoredTop sz="93004" autoAdjust="0"/>
  </p:normalViewPr>
  <p:slideViewPr>
    <p:cSldViewPr>
      <p:cViewPr varScale="1">
        <p:scale>
          <a:sx n="75" d="100"/>
          <a:sy n="75" d="100"/>
        </p:scale>
        <p:origin x="1080" y="66"/>
      </p:cViewPr>
      <p:guideLst>
        <p:guide orient="horz" pos="3024"/>
        <p:guide pos="537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9110" y="0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/>
          <a:lstStyle>
            <a:lvl1pPr algn="r">
              <a:defRPr sz="1300"/>
            </a:lvl1pPr>
          </a:lstStyle>
          <a:p>
            <a:fld id="{19374F5E-DF45-4BEC-9D66-DFC57119FD26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96437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9110" y="9496437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 anchor="b"/>
          <a:lstStyle>
            <a:lvl1pPr algn="r">
              <a:defRPr sz="1300"/>
            </a:lvl1pPr>
          </a:lstStyle>
          <a:p>
            <a:fld id="{CC694DF6-5A87-403A-9349-A7F7045054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696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00013" y="749300"/>
            <a:ext cx="6665912" cy="375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5459" y="4749086"/>
            <a:ext cx="5035022" cy="4499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6332" tIns="48167" rIns="96332" bIns="481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>
                <a:sym typeface="Noteworthy Bold" charset="0"/>
              </a:rPr>
              <a:t>Second level</a:t>
            </a:r>
          </a:p>
          <a:p>
            <a:pPr lvl="2"/>
            <a:r>
              <a:rPr lang="de-DE">
                <a:sym typeface="Noteworthy Bold" charset="0"/>
              </a:rPr>
              <a:t>Third level</a:t>
            </a:r>
          </a:p>
          <a:p>
            <a:pPr lvl="3"/>
            <a:r>
              <a:rPr lang="de-DE">
                <a:sym typeface="Noteworthy Bold" charset="0"/>
              </a:rPr>
              <a:t>Fourth level</a:t>
            </a:r>
          </a:p>
          <a:p>
            <a:pPr lvl="4"/>
            <a:r>
              <a:rPr lang="de-DE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37197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74392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11590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48786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47976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697571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147167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596764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80160" y="2982605"/>
            <a:ext cx="14508480" cy="2058035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60320" y="5440681"/>
            <a:ext cx="11948160" cy="2453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104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20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31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41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52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62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73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83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28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3532541"/>
              </p:ext>
            </p:extLst>
          </p:nvPr>
        </p:nvGraphicFramePr>
        <p:xfrm>
          <a:off x="2739" y="2225"/>
          <a:ext cx="2735" cy="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9" y="2225"/>
                        <a:ext cx="2735" cy="2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843" indent="-457843">
              <a:buClr>
                <a:srgbClr val="0070C0"/>
              </a:buClr>
              <a:buSzPct val="66000"/>
              <a:buFont typeface="Wingdings" panose="05000000000000000000" pitchFamily="2" charset="2"/>
              <a:buChar char=""/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accent6"/>
              </a:buClr>
              <a:defRPr sz="2000"/>
            </a:lvl2pPr>
            <a:lvl3pPr marL="1556810" indent="-358448">
              <a:defRPr sz="1600"/>
            </a:lvl3pPr>
            <a:lvl4pPr marL="1913135" indent="-231189">
              <a:defRPr sz="1600"/>
            </a:lvl4pPr>
            <a:lvl5pPr marL="2441837" indent="0">
              <a:buNone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62398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48320" y="6169670"/>
            <a:ext cx="14508480" cy="190690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348320" y="4069400"/>
            <a:ext cx="14508480" cy="2100262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104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20919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3137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4183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5229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627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7321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8367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33782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53440" y="384493"/>
            <a:ext cx="15361920" cy="16002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53443" y="2149162"/>
            <a:ext cx="7541684" cy="895667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610459" indent="0">
              <a:buNone/>
              <a:defRPr sz="2700" b="1"/>
            </a:lvl2pPr>
            <a:lvl3pPr marL="1220919" indent="0">
              <a:buNone/>
              <a:defRPr sz="2400" b="1"/>
            </a:lvl3pPr>
            <a:lvl4pPr marL="1831378" indent="0">
              <a:buNone/>
              <a:defRPr sz="2100" b="1"/>
            </a:lvl4pPr>
            <a:lvl5pPr marL="2441837" indent="0">
              <a:buNone/>
              <a:defRPr sz="2100" b="1"/>
            </a:lvl5pPr>
            <a:lvl6pPr marL="3052295" indent="0">
              <a:buNone/>
              <a:defRPr sz="2100" b="1"/>
            </a:lvl6pPr>
            <a:lvl7pPr marL="3662756" indent="0">
              <a:buNone/>
              <a:defRPr sz="2100" b="1"/>
            </a:lvl7pPr>
            <a:lvl8pPr marL="4273215" indent="0">
              <a:buNone/>
              <a:defRPr sz="2100" b="1"/>
            </a:lvl8pPr>
            <a:lvl9pPr marL="4883674" indent="0">
              <a:buNone/>
              <a:defRPr sz="21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53443" y="3044826"/>
            <a:ext cx="7541684" cy="5531803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2100"/>
            </a:lvl3pPr>
            <a:lvl4pPr>
              <a:defRPr sz="16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8670716" y="2149162"/>
            <a:ext cx="7544648" cy="895667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610459" indent="0">
              <a:buNone/>
              <a:defRPr sz="2700" b="1"/>
            </a:lvl2pPr>
            <a:lvl3pPr marL="1220919" indent="0">
              <a:buNone/>
              <a:defRPr sz="2400" b="1"/>
            </a:lvl3pPr>
            <a:lvl4pPr marL="1831378" indent="0">
              <a:buNone/>
              <a:defRPr sz="2100" b="1"/>
            </a:lvl4pPr>
            <a:lvl5pPr marL="2441837" indent="0">
              <a:buNone/>
              <a:defRPr sz="2100" b="1"/>
            </a:lvl5pPr>
            <a:lvl6pPr marL="3052295" indent="0">
              <a:buNone/>
              <a:defRPr sz="2100" b="1"/>
            </a:lvl6pPr>
            <a:lvl7pPr marL="3662756" indent="0">
              <a:buNone/>
              <a:defRPr sz="2100" b="1"/>
            </a:lvl7pPr>
            <a:lvl8pPr marL="4273215" indent="0">
              <a:buNone/>
              <a:defRPr sz="2100" b="1"/>
            </a:lvl8pPr>
            <a:lvl9pPr marL="4883674" indent="0">
              <a:buNone/>
              <a:defRPr sz="21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8670716" y="3044826"/>
            <a:ext cx="7544648" cy="5531803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2100"/>
            </a:lvl3pPr>
            <a:lvl4pPr>
              <a:defRPr sz="16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00609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96874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6C5D-FED1-41A1-8E06-910D3F4D4E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2270724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53443" y="382270"/>
            <a:ext cx="5615519" cy="162687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673431" y="382279"/>
            <a:ext cx="9541933" cy="819435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 marL="1556810" indent="-358448">
              <a:defRPr sz="2100"/>
            </a:lvl3pPr>
            <a:lvl4pPr>
              <a:defRPr sz="16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53443" y="2009146"/>
            <a:ext cx="5615519" cy="6567488"/>
          </a:xfrm>
        </p:spPr>
        <p:txBody>
          <a:bodyPr/>
          <a:lstStyle>
            <a:lvl1pPr marL="0" indent="0">
              <a:buNone/>
              <a:defRPr sz="1900"/>
            </a:lvl1pPr>
            <a:lvl2pPr marL="610459" indent="0">
              <a:buNone/>
              <a:defRPr sz="1600"/>
            </a:lvl2pPr>
            <a:lvl3pPr marL="1220919" indent="0">
              <a:buNone/>
              <a:defRPr sz="1300"/>
            </a:lvl3pPr>
            <a:lvl4pPr marL="1831378" indent="0">
              <a:buNone/>
              <a:defRPr sz="1200"/>
            </a:lvl4pPr>
            <a:lvl5pPr marL="2441837" indent="0">
              <a:buNone/>
              <a:defRPr sz="1200"/>
            </a:lvl5pPr>
            <a:lvl6pPr marL="3052295" indent="0">
              <a:buNone/>
              <a:defRPr sz="1200"/>
            </a:lvl6pPr>
            <a:lvl7pPr marL="3662756" indent="0">
              <a:buNone/>
              <a:defRPr sz="1200"/>
            </a:lvl7pPr>
            <a:lvl8pPr marL="4273215" indent="0">
              <a:buNone/>
              <a:defRPr sz="1200"/>
            </a:lvl8pPr>
            <a:lvl9pPr marL="4883674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965806" y="1877075"/>
            <a:ext cx="55833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/>
          <p:cNvCxnSpPr/>
          <p:nvPr userDrawn="1"/>
        </p:nvCxnSpPr>
        <p:spPr>
          <a:xfrm>
            <a:off x="1586182" y="1965810"/>
            <a:ext cx="49630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83814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5605" y="6720844"/>
            <a:ext cx="10241280" cy="793433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345605" y="857885"/>
            <a:ext cx="10241280" cy="5760720"/>
          </a:xfrm>
        </p:spPr>
        <p:txBody>
          <a:bodyPr/>
          <a:lstStyle>
            <a:lvl1pPr marL="0" indent="0">
              <a:buNone/>
              <a:defRPr sz="4300"/>
            </a:lvl1pPr>
            <a:lvl2pPr marL="610459" indent="0">
              <a:buNone/>
              <a:defRPr sz="3700"/>
            </a:lvl2pPr>
            <a:lvl3pPr marL="1220919" indent="0">
              <a:buNone/>
              <a:defRPr sz="3200"/>
            </a:lvl3pPr>
            <a:lvl4pPr marL="1831378" indent="0">
              <a:buNone/>
              <a:defRPr sz="2700"/>
            </a:lvl4pPr>
            <a:lvl5pPr marL="2441837" indent="0">
              <a:buNone/>
              <a:defRPr sz="2700"/>
            </a:lvl5pPr>
            <a:lvl6pPr marL="3052295" indent="0">
              <a:buNone/>
              <a:defRPr sz="2700"/>
            </a:lvl6pPr>
            <a:lvl7pPr marL="3662756" indent="0">
              <a:buNone/>
              <a:defRPr sz="2700"/>
            </a:lvl7pPr>
            <a:lvl8pPr marL="4273215" indent="0">
              <a:buNone/>
              <a:defRPr sz="2700"/>
            </a:lvl8pPr>
            <a:lvl9pPr marL="4883674" indent="0">
              <a:buNone/>
              <a:defRPr sz="27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345605" y="7514277"/>
            <a:ext cx="10241280" cy="1126807"/>
          </a:xfrm>
        </p:spPr>
        <p:txBody>
          <a:bodyPr/>
          <a:lstStyle>
            <a:lvl1pPr marL="0" indent="0">
              <a:buNone/>
              <a:defRPr sz="1900"/>
            </a:lvl1pPr>
            <a:lvl2pPr marL="610459" indent="0">
              <a:buNone/>
              <a:defRPr sz="1600"/>
            </a:lvl2pPr>
            <a:lvl3pPr marL="1220919" indent="0">
              <a:buNone/>
              <a:defRPr sz="1300"/>
            </a:lvl3pPr>
            <a:lvl4pPr marL="1831378" indent="0">
              <a:buNone/>
              <a:defRPr sz="1200"/>
            </a:lvl4pPr>
            <a:lvl5pPr marL="2441837" indent="0">
              <a:buNone/>
              <a:defRPr sz="1200"/>
            </a:lvl5pPr>
            <a:lvl6pPr marL="3052295" indent="0">
              <a:buNone/>
              <a:defRPr sz="1200"/>
            </a:lvl6pPr>
            <a:lvl7pPr marL="3662756" indent="0">
              <a:buNone/>
              <a:defRPr sz="1200"/>
            </a:lvl7pPr>
            <a:lvl8pPr marL="4273215" indent="0">
              <a:buNone/>
              <a:defRPr sz="1200"/>
            </a:lvl8pPr>
            <a:lvl9pPr marL="4883674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5493500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4135495"/>
              </p:ext>
            </p:extLst>
          </p:nvPr>
        </p:nvGraphicFramePr>
        <p:xfrm>
          <a:off x="2739" y="2225"/>
          <a:ext cx="2735" cy="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9" y="2225"/>
                        <a:ext cx="2735" cy="2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66730" y="476747"/>
            <a:ext cx="16135351" cy="1262657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6772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652886326"/>
              </p:ext>
            </p:extLst>
          </p:nvPr>
        </p:nvGraphicFramePr>
        <p:xfrm>
          <a:off x="2739" y="2225"/>
          <a:ext cx="2735" cy="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2" imgW="270" imgH="270" progId="TCLayout.ActiveDocument.1">
                  <p:embed/>
                </p:oleObj>
              </mc:Choice>
              <mc:Fallback>
                <p:oleObj name="think-cell Folie" r:id="rId12" imgW="270" imgH="27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39" y="2225"/>
                        <a:ext cx="2735" cy="2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53440" y="384493"/>
            <a:ext cx="15361920" cy="1600200"/>
          </a:xfrm>
          <a:prstGeom prst="rect">
            <a:avLst/>
          </a:prstGeom>
        </p:spPr>
        <p:txBody>
          <a:bodyPr vert="horz" lIns="122092" tIns="61046" rIns="122092" bIns="61046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53440" y="8898900"/>
            <a:ext cx="3982720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0D665-4F68-4AA6-B008-E9950B6EADA3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Rechteck 8"/>
          <p:cNvSpPr/>
          <p:nvPr/>
        </p:nvSpPr>
        <p:spPr>
          <a:xfrm>
            <a:off x="1" y="2568352"/>
            <a:ext cx="17068801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53440" y="2240289"/>
            <a:ext cx="15361920" cy="6336348"/>
          </a:xfrm>
          <a:prstGeom prst="rect">
            <a:avLst/>
          </a:prstGeom>
        </p:spPr>
        <p:txBody>
          <a:bodyPr vert="horz" lIns="122092" tIns="61046" rIns="122092" bIns="61046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99A951C-1845-4918-81AE-B3AF6CA4B939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7208" y="9059003"/>
            <a:ext cx="1117576" cy="46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93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654" r:id="rId9"/>
  </p:sldLayoutIdLst>
  <p:hf hdr="0" dt="0"/>
  <p:txStyles>
    <p:titleStyle>
      <a:lvl1pPr algn="ctr" defTabSz="1220919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843" indent="-457843" algn="l" defTabSz="1220919" rtl="0" eaLnBrk="1" latinLnBrk="0" hangingPunct="1">
        <a:spcBef>
          <a:spcPct val="20000"/>
        </a:spcBef>
        <a:buClr>
          <a:srgbClr val="0070C0"/>
        </a:buClr>
        <a:buSzPct val="66000"/>
        <a:buFont typeface="Wingdings" panose="05000000000000000000" pitchFamily="2" charset="2"/>
        <a:buChar char="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1071103" indent="-460256" algn="l" defTabSz="1220919" rtl="0" eaLnBrk="1" latinLnBrk="0" hangingPunct="1">
        <a:spcBef>
          <a:spcPct val="20000"/>
        </a:spcBef>
        <a:buClr>
          <a:schemeClr val="accent6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556810" indent="-358448" algn="l" defTabSz="1220919" rtl="0" eaLnBrk="1" latinLnBrk="0" hangingPunct="1">
        <a:spcBef>
          <a:spcPct val="20000"/>
        </a:spcBef>
        <a:buClr>
          <a:srgbClr val="0070C0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913135" indent="-231189" algn="l" defTabSz="1220919" rtl="0" eaLnBrk="1" latinLnBrk="0" hangingPunct="1">
        <a:spcBef>
          <a:spcPct val="20000"/>
        </a:spcBef>
        <a:buClr>
          <a:schemeClr val="accent6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441837" indent="0" algn="l" defTabSz="1220919" rtl="0" eaLnBrk="1" latinLnBrk="0" hangingPunct="1">
        <a:spcBef>
          <a:spcPct val="20000"/>
        </a:spcBef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7527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7984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8444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8904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10459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20919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31378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1837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52295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62756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73215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83674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 title="SymTrafficLight">
            <a:extLst>
              <a:ext uri="{FF2B5EF4-FFF2-40B4-BE49-F238E27FC236}">
                <a16:creationId xmlns:a16="http://schemas.microsoft.com/office/drawing/2014/main" id="{06DEBD20-CBD3-4874-7F1E-2C87BC586A04}"/>
              </a:ext>
            </a:extLst>
          </p:cNvPr>
          <p:cNvGrpSpPr/>
          <p:nvPr/>
        </p:nvGrpSpPr>
        <p:grpSpPr>
          <a:xfrm>
            <a:off x="8013900" y="1569383"/>
            <a:ext cx="1089044" cy="1040175"/>
            <a:chOff x="719575" y="2209569"/>
            <a:chExt cx="1085406" cy="1085406"/>
          </a:xfrm>
        </p:grpSpPr>
        <p:sp>
          <p:nvSpPr>
            <p:cNvPr id="3" name="Ellipse 2" title="VisboAmpelRed">
              <a:extLst>
                <a:ext uri="{FF2B5EF4-FFF2-40B4-BE49-F238E27FC236}">
                  <a16:creationId xmlns:a16="http://schemas.microsoft.com/office/drawing/2014/main" id="{492B177C-5991-5082-FD70-276E8C085FEA}"/>
                </a:ext>
              </a:extLst>
            </p:cNvPr>
            <p:cNvSpPr/>
            <p:nvPr/>
          </p:nvSpPr>
          <p:spPr>
            <a:xfrm>
              <a:off x="1156092" y="2412460"/>
              <a:ext cx="200258" cy="200258"/>
            </a:xfrm>
            <a:prstGeom prst="ellipse">
              <a:avLst/>
            </a:prstGeom>
            <a:solidFill>
              <a:srgbClr val="FF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Ellipse 3" title="VisboAmpelYellow">
              <a:extLst>
                <a:ext uri="{FF2B5EF4-FFF2-40B4-BE49-F238E27FC236}">
                  <a16:creationId xmlns:a16="http://schemas.microsoft.com/office/drawing/2014/main" id="{B05ADE62-2C30-9C9A-D1A9-E365B0F7CB4C}"/>
                </a:ext>
              </a:extLst>
            </p:cNvPr>
            <p:cNvSpPr/>
            <p:nvPr/>
          </p:nvSpPr>
          <p:spPr>
            <a:xfrm>
              <a:off x="1156092" y="2659051"/>
              <a:ext cx="200258" cy="200258"/>
            </a:xfrm>
            <a:prstGeom prst="ellipse">
              <a:avLst/>
            </a:prstGeom>
            <a:solidFill>
              <a:srgbClr val="FFFF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Ellipse 4" title="VisboAmpelGreen">
              <a:extLst>
                <a:ext uri="{FF2B5EF4-FFF2-40B4-BE49-F238E27FC236}">
                  <a16:creationId xmlns:a16="http://schemas.microsoft.com/office/drawing/2014/main" id="{64AA7E86-A279-9911-BC7E-1286BA2C67C7}"/>
                </a:ext>
              </a:extLst>
            </p:cNvPr>
            <p:cNvSpPr/>
            <p:nvPr/>
          </p:nvSpPr>
          <p:spPr>
            <a:xfrm>
              <a:off x="1156092" y="2920406"/>
              <a:ext cx="200258" cy="200258"/>
            </a:xfrm>
            <a:prstGeom prst="ellipse">
              <a:avLst/>
            </a:prstGeom>
            <a:solidFill>
              <a:srgbClr val="00B05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" name="Picture 7" descr="Stop light image traffic light clipart black and white 2">
              <a:extLst>
                <a:ext uri="{FF2B5EF4-FFF2-40B4-BE49-F238E27FC236}">
                  <a16:creationId xmlns:a16="http://schemas.microsoft.com/office/drawing/2014/main" id="{57B8533E-2952-A2EE-AAD8-31A9C99163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575" y="2209569"/>
              <a:ext cx="1085406" cy="1085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3E6FAB2A-278C-E393-E7DE-69B7B12CACCB}"/>
              </a:ext>
            </a:extLst>
          </p:cNvPr>
          <p:cNvSpPr txBox="1"/>
          <p:nvPr/>
        </p:nvSpPr>
        <p:spPr>
          <a:xfrm>
            <a:off x="901552" y="511479"/>
            <a:ext cx="2022447" cy="492717"/>
          </a:xfrm>
          <a:prstGeom prst="rect">
            <a:avLst/>
          </a:prstGeom>
          <a:noFill/>
        </p:spPr>
        <p:txBody>
          <a:bodyPr wrap="none" lIns="122191" tIns="61096" rIns="122191" bIns="61096" rtlCol="0">
            <a:spAutoFit/>
          </a:bodyPr>
          <a:lstStyle/>
          <a:p>
            <a:pPr algn="l"/>
            <a:r>
              <a:rPr lang="de-DE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Projekt-Name</a:t>
            </a:r>
          </a:p>
        </p:txBody>
      </p:sp>
      <p:sp>
        <p:nvSpPr>
          <p:cNvPr id="9" name="Rechteck 8" title="ActualTargetTime">
            <a:extLst>
              <a:ext uri="{FF2B5EF4-FFF2-40B4-BE49-F238E27FC236}">
                <a16:creationId xmlns:a16="http://schemas.microsoft.com/office/drawing/2014/main" id="{9C82885E-5D8F-3355-EABC-853B0CDAD02D}"/>
              </a:ext>
            </a:extLst>
          </p:cNvPr>
          <p:cNvSpPr/>
          <p:nvPr/>
        </p:nvSpPr>
        <p:spPr bwMode="auto">
          <a:xfrm>
            <a:off x="1060752" y="4931530"/>
            <a:ext cx="15573812" cy="2029296"/>
          </a:xfrm>
          <a:prstGeom prst="rect">
            <a:avLst/>
          </a:prstGeom>
          <a:solidFill>
            <a:srgbClr val="FFFFFF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61096" rIns="72000" bIns="61096" rtlCol="0" anchor="t">
            <a:normAutofit/>
          </a:bodyPr>
          <a:lstStyle/>
          <a:p>
            <a:pPr algn="l"/>
            <a:r>
              <a:rPr lang="de-DE" sz="1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ActualTargetTime</a:t>
            </a:r>
            <a:endParaRPr lang="de-DE" sz="1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Picture 2" title="SymTeam">
            <a:extLst>
              <a:ext uri="{FF2B5EF4-FFF2-40B4-BE49-F238E27FC236}">
                <a16:creationId xmlns:a16="http://schemas.microsoft.com/office/drawing/2014/main" id="{218ADBA8-1E32-056D-0612-E4DE60171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1707" y="543354"/>
            <a:ext cx="584838" cy="58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Gerade Verbindung 15" descr="Enlarge13" title="CalendarLine">
            <a:extLst>
              <a:ext uri="{FF2B5EF4-FFF2-40B4-BE49-F238E27FC236}">
                <a16:creationId xmlns:a16="http://schemas.microsoft.com/office/drawing/2014/main" id="{84350801-610E-2FA1-018A-199EC8AE8863}"/>
              </a:ext>
            </a:extLst>
          </p:cNvPr>
          <p:cNvCxnSpPr/>
          <p:nvPr/>
        </p:nvCxnSpPr>
        <p:spPr bwMode="auto">
          <a:xfrm>
            <a:off x="3216809" y="5376664"/>
            <a:ext cx="13417756" cy="0"/>
          </a:xfrm>
          <a:prstGeom prst="line">
            <a:avLst/>
          </a:prstGeom>
          <a:solidFill>
            <a:srgbClr val="6D7472"/>
          </a:solidFill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Rechteck 11" descr="Profit [T€]">
            <a:extLst>
              <a:ext uri="{FF2B5EF4-FFF2-40B4-BE49-F238E27FC236}">
                <a16:creationId xmlns:a16="http://schemas.microsoft.com/office/drawing/2014/main" id="{AE91132E-B55C-CE29-5EE8-7C367F27D944}"/>
              </a:ext>
            </a:extLst>
          </p:cNvPr>
          <p:cNvSpPr/>
          <p:nvPr/>
        </p:nvSpPr>
        <p:spPr>
          <a:xfrm>
            <a:off x="12866545" y="2735293"/>
            <a:ext cx="3780000" cy="2029296"/>
          </a:xfrm>
          <a:prstGeom prst="rect">
            <a:avLst/>
          </a:prstGeom>
          <a:solidFill>
            <a:schemeClr val="bg1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191" tIns="61096" rIns="122191" bIns="61096" rtlCol="0" anchor="t"/>
          <a:lstStyle/>
          <a:p>
            <a:pPr algn="l"/>
            <a:r>
              <a:rPr lang="de-DE" sz="1800" dirty="0" err="1">
                <a:solidFill>
                  <a:schemeClr val="tx1"/>
                </a:solidFill>
              </a:rPr>
              <a:t>ActualTargetProfit</a:t>
            </a:r>
            <a:endParaRPr lang="de-DE" sz="1800" dirty="0">
              <a:solidFill>
                <a:schemeClr val="tx1"/>
              </a:solidFill>
            </a:endParaRPr>
          </a:p>
        </p:txBody>
      </p:sp>
      <p:sp>
        <p:nvSpPr>
          <p:cNvPr id="13" name="Rechteck 12" descr="Non-People Cost [T€]">
            <a:extLst>
              <a:ext uri="{FF2B5EF4-FFF2-40B4-BE49-F238E27FC236}">
                <a16:creationId xmlns:a16="http://schemas.microsoft.com/office/drawing/2014/main" id="{3A8118F7-1C5D-34C1-BE9E-9EB008DC7394}"/>
              </a:ext>
            </a:extLst>
          </p:cNvPr>
          <p:cNvSpPr/>
          <p:nvPr/>
        </p:nvSpPr>
        <p:spPr>
          <a:xfrm>
            <a:off x="4996016" y="2735293"/>
            <a:ext cx="3780000" cy="2029296"/>
          </a:xfrm>
          <a:prstGeom prst="rect">
            <a:avLst/>
          </a:prstGeom>
          <a:solidFill>
            <a:schemeClr val="bg1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191" tIns="61096" rIns="122191" bIns="61096" rtlCol="0" anchor="t"/>
          <a:lstStyle/>
          <a:p>
            <a:pPr algn="l"/>
            <a:r>
              <a:rPr lang="de-DE" sz="1800" dirty="0" err="1">
                <a:solidFill>
                  <a:schemeClr val="tx1"/>
                </a:solidFill>
              </a:rPr>
              <a:t>ActualTargetCost</a:t>
            </a:r>
            <a:endParaRPr lang="de-DE" sz="1800" dirty="0">
              <a:solidFill>
                <a:schemeClr val="tx1"/>
              </a:solidFill>
            </a:endParaRPr>
          </a:p>
        </p:txBody>
      </p:sp>
      <p:sp>
        <p:nvSpPr>
          <p:cNvPr id="14" name="Rechteck 13" descr="People [PD]">
            <a:extLst>
              <a:ext uri="{FF2B5EF4-FFF2-40B4-BE49-F238E27FC236}">
                <a16:creationId xmlns:a16="http://schemas.microsoft.com/office/drawing/2014/main" id="{3352030F-0282-5D1B-8FCB-0C626C390CD1}"/>
              </a:ext>
            </a:extLst>
          </p:cNvPr>
          <p:cNvSpPr/>
          <p:nvPr/>
        </p:nvSpPr>
        <p:spPr>
          <a:xfrm>
            <a:off x="1060752" y="2735293"/>
            <a:ext cx="3780000" cy="2029296"/>
          </a:xfrm>
          <a:prstGeom prst="rect">
            <a:avLst/>
          </a:prstGeom>
          <a:solidFill>
            <a:schemeClr val="bg1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191" tIns="61096" rIns="122191" bIns="61096" rtlCol="0" anchor="t"/>
          <a:lstStyle/>
          <a:p>
            <a:pPr algn="l"/>
            <a:r>
              <a:rPr lang="de-DE" sz="1800" dirty="0" err="1">
                <a:solidFill>
                  <a:schemeClr val="tx1"/>
                </a:solidFill>
              </a:rPr>
              <a:t>ActualTargetRess</a:t>
            </a:r>
            <a:endParaRPr lang="de-DE" sz="1800" dirty="0">
              <a:solidFill>
                <a:schemeClr val="tx1"/>
              </a:solidFill>
            </a:endParaRPr>
          </a:p>
        </p:txBody>
      </p:sp>
      <p:sp>
        <p:nvSpPr>
          <p:cNvPr id="15" name="Rechteck 14" descr="Revenue [T€]">
            <a:extLst>
              <a:ext uri="{FF2B5EF4-FFF2-40B4-BE49-F238E27FC236}">
                <a16:creationId xmlns:a16="http://schemas.microsoft.com/office/drawing/2014/main" id="{22284C07-61E8-DF0F-E3B8-C734021688B1}"/>
              </a:ext>
            </a:extLst>
          </p:cNvPr>
          <p:cNvSpPr/>
          <p:nvPr/>
        </p:nvSpPr>
        <p:spPr>
          <a:xfrm>
            <a:off x="8931280" y="2735293"/>
            <a:ext cx="3780000" cy="2029296"/>
          </a:xfrm>
          <a:prstGeom prst="rect">
            <a:avLst/>
          </a:prstGeom>
          <a:solidFill>
            <a:schemeClr val="bg1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191" tIns="61096" rIns="122191" bIns="61096" rtlCol="0" anchor="t"/>
          <a:lstStyle/>
          <a:p>
            <a:pPr algn="l"/>
            <a:r>
              <a:rPr lang="de-DE" sz="1800" dirty="0" err="1">
                <a:solidFill>
                  <a:schemeClr val="tx1"/>
                </a:solidFill>
              </a:rPr>
              <a:t>ActualTargetReve</a:t>
            </a:r>
            <a:endParaRPr lang="de-DE" sz="1800" dirty="0">
              <a:solidFill>
                <a:schemeClr val="tx1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F63EBD2-E20D-9BE9-0822-4B6361E4E32C}"/>
              </a:ext>
            </a:extLst>
          </p:cNvPr>
          <p:cNvSpPr txBox="1"/>
          <p:nvPr/>
        </p:nvSpPr>
        <p:spPr>
          <a:xfrm>
            <a:off x="3777061" y="1128192"/>
            <a:ext cx="1310423" cy="323440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>
            <a:defPPr>
              <a:defRPr lang="de-DE"/>
            </a:defPPr>
            <a:lvl1pPr algn="l">
              <a:defRPr sz="1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Custom-Field(Area)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5EBEC40-E53D-B12F-06DE-DA77FF99DBE3}"/>
              </a:ext>
            </a:extLst>
          </p:cNvPr>
          <p:cNvSpPr txBox="1"/>
          <p:nvPr/>
        </p:nvSpPr>
        <p:spPr>
          <a:xfrm>
            <a:off x="9608524" y="1128192"/>
            <a:ext cx="1599092" cy="323440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>
            <a:defPPr>
              <a:defRPr lang="de-DE"/>
            </a:defPPr>
            <a:lvl1pPr algn="l">
              <a:defRPr sz="1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Custom-Field(</a:t>
            </a:r>
            <a:r>
              <a:rPr lang="de-DE" dirty="0" err="1"/>
              <a:t>Category</a:t>
            </a:r>
            <a:r>
              <a:rPr lang="de-DE" dirty="0"/>
              <a:t>)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502EDA7-7899-A48C-9BD1-E8A309225554}"/>
              </a:ext>
            </a:extLst>
          </p:cNvPr>
          <p:cNvSpPr txBox="1"/>
          <p:nvPr/>
        </p:nvSpPr>
        <p:spPr>
          <a:xfrm>
            <a:off x="6927756" y="1128192"/>
            <a:ext cx="1420517" cy="323440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>
            <a:defPPr>
              <a:defRPr lang="de-DE"/>
            </a:defPPr>
            <a:lvl1pPr algn="l">
              <a:defRPr sz="1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Custom-Field(Group)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581F9E8-D91F-4C12-C0CF-B58CE23E3678}"/>
              </a:ext>
            </a:extLst>
          </p:cNvPr>
          <p:cNvSpPr txBox="1"/>
          <p:nvPr/>
        </p:nvSpPr>
        <p:spPr>
          <a:xfrm>
            <a:off x="1557589" y="1128192"/>
            <a:ext cx="928139" cy="323440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>
            <a:defPPr>
              <a:defRPr lang="de-DE"/>
            </a:defPPr>
            <a:lvl1pPr algn="l">
              <a:defRPr sz="1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Business-Unit</a:t>
            </a:r>
          </a:p>
        </p:txBody>
      </p:sp>
      <p:sp>
        <p:nvSpPr>
          <p:cNvPr id="22" name="Abgerundetes Rechteck 54" title="Beschreibung">
            <a:extLst>
              <a:ext uri="{FF2B5EF4-FFF2-40B4-BE49-F238E27FC236}">
                <a16:creationId xmlns:a16="http://schemas.microsoft.com/office/drawing/2014/main" id="{361C8C75-35F2-CA69-ED14-51241A2DEC62}"/>
              </a:ext>
            </a:extLst>
          </p:cNvPr>
          <p:cNvSpPr/>
          <p:nvPr/>
        </p:nvSpPr>
        <p:spPr>
          <a:xfrm>
            <a:off x="1060752" y="1610591"/>
            <a:ext cx="7028686" cy="95776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61096" rIns="72000" bIns="61096" rtlCol="0" anchor="t">
            <a:normAutofit/>
          </a:bodyPr>
          <a:lstStyle/>
          <a:p>
            <a:pPr algn="l"/>
            <a:r>
              <a:rPr lang="de-DE" sz="1600" dirty="0">
                <a:solidFill>
                  <a:schemeClr val="tx1"/>
                </a:solidFill>
              </a:rPr>
              <a:t>Beschreibung</a:t>
            </a:r>
          </a:p>
        </p:txBody>
      </p:sp>
      <p:sp>
        <p:nvSpPr>
          <p:cNvPr id="23" name="Abgerundetes Rechteck 64" title="Ampel-Text">
            <a:extLst>
              <a:ext uri="{FF2B5EF4-FFF2-40B4-BE49-F238E27FC236}">
                <a16:creationId xmlns:a16="http://schemas.microsoft.com/office/drawing/2014/main" id="{F8F0D9E3-B724-4E71-9776-8A409BF38718}"/>
              </a:ext>
            </a:extLst>
          </p:cNvPr>
          <p:cNvSpPr/>
          <p:nvPr/>
        </p:nvSpPr>
        <p:spPr>
          <a:xfrm>
            <a:off x="8990916" y="1610591"/>
            <a:ext cx="7655629" cy="95399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61096" rIns="72000" bIns="61096" rtlCol="0" anchor="t">
            <a:normAutofit/>
          </a:bodyPr>
          <a:lstStyle/>
          <a:p>
            <a:pPr algn="l"/>
            <a:r>
              <a:rPr lang="de-DE" sz="1400" dirty="0">
                <a:solidFill>
                  <a:schemeClr val="tx1"/>
                </a:solidFill>
              </a:rPr>
              <a:t>Ampel-Text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E25C5FE-4F55-BED7-05E1-52BECE65D046}"/>
              </a:ext>
            </a:extLst>
          </p:cNvPr>
          <p:cNvSpPr/>
          <p:nvPr/>
        </p:nvSpPr>
        <p:spPr>
          <a:xfrm>
            <a:off x="1060752" y="7096978"/>
            <a:ext cx="15585793" cy="17360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/>
            <a:r>
              <a:rPr lang="de-DE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Kommentare:</a:t>
            </a:r>
          </a:p>
        </p:txBody>
      </p:sp>
      <p:sp>
        <p:nvSpPr>
          <p:cNvPr id="25" name="Textfeld 24" title="Stand:">
            <a:extLst>
              <a:ext uri="{FF2B5EF4-FFF2-40B4-BE49-F238E27FC236}">
                <a16:creationId xmlns:a16="http://schemas.microsoft.com/office/drawing/2014/main" id="{A2DEF242-6EDB-66B1-8137-C8CDB1F4E0C3}"/>
              </a:ext>
            </a:extLst>
          </p:cNvPr>
          <p:cNvSpPr txBox="1"/>
          <p:nvPr/>
        </p:nvSpPr>
        <p:spPr>
          <a:xfrm>
            <a:off x="1060753" y="9121080"/>
            <a:ext cx="432362" cy="323440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/>
          <a:p>
            <a:pPr algn="l"/>
            <a:r>
              <a:rPr lang="de-DE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Stand: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0482B998-4E1C-44BB-2997-749495EA5A73}"/>
              </a:ext>
            </a:extLst>
          </p:cNvPr>
          <p:cNvSpPr txBox="1"/>
          <p:nvPr/>
        </p:nvSpPr>
        <p:spPr>
          <a:xfrm>
            <a:off x="11486728" y="9121080"/>
            <a:ext cx="1046440" cy="323440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/>
          <a:p>
            <a:pPr algn="l"/>
            <a:r>
              <a:rPr lang="de-DE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Verantwortlich: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4322248F-2AFB-72B0-634B-F98C37462410}"/>
              </a:ext>
            </a:extLst>
          </p:cNvPr>
          <p:cNvSpPr/>
          <p:nvPr/>
        </p:nvSpPr>
        <p:spPr>
          <a:xfrm>
            <a:off x="12666481" y="212691"/>
            <a:ext cx="1224136" cy="95399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629AA71-0137-3B47-BD84-80D8581E35FA}"/>
              </a:ext>
            </a:extLst>
          </p:cNvPr>
          <p:cNvSpPr txBox="1"/>
          <p:nvPr/>
        </p:nvSpPr>
        <p:spPr>
          <a:xfrm>
            <a:off x="12711303" y="533270"/>
            <a:ext cx="1128514" cy="738938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>
            <a:defPPr>
              <a:defRPr lang="de-DE"/>
            </a:defPPr>
            <a:lvl1pPr algn="l">
              <a:defRPr sz="1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de-DE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SKPI</a:t>
            </a:r>
            <a:endParaRPr lang="de-DE" sz="2800" b="1" dirty="0">
              <a:solidFill>
                <a:schemeClr val="bg1"/>
              </a:solidFill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F2759183-AAA5-23AE-9390-39B5C036D62C}"/>
              </a:ext>
            </a:extLst>
          </p:cNvPr>
          <p:cNvSpPr txBox="1"/>
          <p:nvPr/>
        </p:nvSpPr>
        <p:spPr>
          <a:xfrm>
            <a:off x="12881991" y="173230"/>
            <a:ext cx="787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dirty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Strategie </a:t>
            </a:r>
            <a:br>
              <a:rPr lang="de-DE" sz="1200" b="1" dirty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de-DE" sz="1200" b="1" dirty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Kennzah</a:t>
            </a:r>
            <a:r>
              <a:rPr lang="de-DE" sz="1200" dirty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7060C697-D630-F57C-BE61-409C8FBA8F12}"/>
              </a:ext>
            </a:extLst>
          </p:cNvPr>
          <p:cNvSpPr/>
          <p:nvPr/>
        </p:nvSpPr>
        <p:spPr>
          <a:xfrm>
            <a:off x="14151024" y="212691"/>
            <a:ext cx="1224136" cy="95399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F14AC7D1-D692-854E-2C66-0B5155E5804C}"/>
              </a:ext>
            </a:extLst>
          </p:cNvPr>
          <p:cNvSpPr txBox="1"/>
          <p:nvPr/>
        </p:nvSpPr>
        <p:spPr>
          <a:xfrm>
            <a:off x="14195846" y="533270"/>
            <a:ext cx="1128515" cy="738938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>
            <a:defPPr>
              <a:defRPr lang="de-DE"/>
            </a:defPPr>
            <a:lvl1pPr algn="l">
              <a:defRPr sz="1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de-DE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RKPI</a:t>
            </a:r>
            <a:endParaRPr lang="de-DE" sz="2800" b="1" dirty="0">
              <a:solidFill>
                <a:schemeClr val="bg1"/>
              </a:solidFill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19492583-959B-59DD-B0EE-5599BF8D847C}"/>
              </a:ext>
            </a:extLst>
          </p:cNvPr>
          <p:cNvSpPr txBox="1"/>
          <p:nvPr/>
        </p:nvSpPr>
        <p:spPr>
          <a:xfrm>
            <a:off x="14409846" y="173230"/>
            <a:ext cx="766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dirty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Risiko </a:t>
            </a:r>
            <a:br>
              <a:rPr lang="de-DE" sz="1200" b="1" dirty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de-DE" sz="1200" b="1" dirty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Kennzahl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4C3C974B-2359-E66E-3486-15C800E77990}"/>
              </a:ext>
            </a:extLst>
          </p:cNvPr>
          <p:cNvSpPr txBox="1"/>
          <p:nvPr/>
        </p:nvSpPr>
        <p:spPr>
          <a:xfrm>
            <a:off x="1225133" y="1128192"/>
            <a:ext cx="243656" cy="323440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>
            <a:defPPr>
              <a:defRPr lang="de-DE"/>
            </a:defPPr>
            <a:lvl1pPr algn="l">
              <a:defRPr sz="1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BU:</a:t>
            </a:r>
          </a:p>
        </p:txBody>
      </p:sp>
      <p:pic>
        <p:nvPicPr>
          <p:cNvPr id="19" name="Grafik 18" title="link2Visbo">
            <a:extLst>
              <a:ext uri="{FF2B5EF4-FFF2-40B4-BE49-F238E27FC236}">
                <a16:creationId xmlns:a16="http://schemas.microsoft.com/office/drawing/2014/main" id="{597F7D4A-F70F-991B-F561-CEC26FFA38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" y="87654"/>
            <a:ext cx="432362" cy="43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066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smtClean="0">
            <a:solidFill>
              <a:schemeClr val="tx1"/>
            </a:solidFill>
            <a:latin typeface="Gill Sans Light"/>
            <a:ea typeface="Tahoma" panose="020B0604030504040204" pitchFamily="34" charset="0"/>
            <a:cs typeface="Tahoma" panose="020B060403050404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</Words>
  <Application>Microsoft Office PowerPoint</Application>
  <PresentationFormat>Benutzerdefiniert</PresentationFormat>
  <Paragraphs>20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9" baseType="lpstr">
      <vt:lpstr>Arial</vt:lpstr>
      <vt:lpstr>Calibri</vt:lpstr>
      <vt:lpstr>Consolas</vt:lpstr>
      <vt:lpstr>Gill Sans Light</vt:lpstr>
      <vt:lpstr>Noteworthy Bold</vt:lpstr>
      <vt:lpstr>Wingdings</vt:lpstr>
      <vt:lpstr>Larissa</vt:lpstr>
      <vt:lpstr>think-cell Folie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Thomas</cp:lastModifiedBy>
  <cp:revision>2466</cp:revision>
  <cp:lastPrinted>2019-01-16T14:41:47Z</cp:lastPrinted>
  <dcterms:modified xsi:type="dcterms:W3CDTF">2024-04-23T12:13:06Z</dcterms:modified>
</cp:coreProperties>
</file>