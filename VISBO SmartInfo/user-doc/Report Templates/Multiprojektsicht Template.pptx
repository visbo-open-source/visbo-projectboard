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55" r:id="rId1"/>
  </p:sldMasterIdLst>
  <p:notesMasterIdLst>
    <p:notesMasterId r:id="rId3"/>
  </p:notesMasterIdLst>
  <p:sldIdLst>
    <p:sldId id="287" r:id="rId2"/>
  </p:sldIdLst>
  <p:sldSz cx="17068800" cy="9601200"/>
  <p:notesSz cx="6858000" cy="9144000"/>
  <p:defaultTextStyle>
    <a:defPPr>
      <a:defRPr lang="de-DE"/>
    </a:defPPr>
    <a:lvl1pPr algn="ctr" defTabSz="57501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37505" algn="ctr" defTabSz="57501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75011" algn="ctr" defTabSz="57501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12516" algn="ctr" defTabSz="57501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50022" algn="ctr" defTabSz="57501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50038" algn="l" defTabSz="900015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00045" algn="l" defTabSz="900015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150052" algn="l" defTabSz="900015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00059" algn="l" defTabSz="900015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7486" autoAdjust="0"/>
  </p:normalViewPr>
  <p:slideViewPr>
    <p:cSldViewPr>
      <p:cViewPr varScale="1">
        <p:scale>
          <a:sx n="84" d="100"/>
          <a:sy n="84" d="100"/>
        </p:scale>
        <p:origin x="894" y="90"/>
      </p:cViewPr>
      <p:guideLst>
        <p:guide orient="horz" pos="3024"/>
        <p:guide pos="53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Koytek" userId="1122f4c81c71b2f9" providerId="LiveId" clId="{3BFF8156-0B8A-4031-9605-4567C51DB89E}"/>
    <pc:docChg chg="undo custSel modSld">
      <pc:chgData name="Thomas Koytek" userId="1122f4c81c71b2f9" providerId="LiveId" clId="{3BFF8156-0B8A-4031-9605-4567C51DB89E}" dt="2020-12-09T19:39:14.725" v="26" actId="12789"/>
      <pc:docMkLst>
        <pc:docMk/>
      </pc:docMkLst>
      <pc:sldChg chg="addSp delSp modSp mod">
        <pc:chgData name="Thomas Koytek" userId="1122f4c81c71b2f9" providerId="LiveId" clId="{3BFF8156-0B8A-4031-9605-4567C51DB89E}" dt="2020-12-09T19:39:14.725" v="26" actId="12789"/>
        <pc:sldMkLst>
          <pc:docMk/>
          <pc:sldMk cId="3402963922" sldId="287"/>
        </pc:sldMkLst>
        <pc:spChg chg="add del">
          <ac:chgData name="Thomas Koytek" userId="1122f4c81c71b2f9" providerId="LiveId" clId="{3BFF8156-0B8A-4031-9605-4567C51DB89E}" dt="2020-12-09T19:36:22.421" v="3" actId="478"/>
          <ac:spMkLst>
            <pc:docMk/>
            <pc:sldMk cId="3402963922" sldId="287"/>
            <ac:spMk id="8" creationId="{31101466-AB50-44A0-BE9B-1DA65035C386}"/>
          </ac:spMkLst>
        </pc:spChg>
        <pc:spChg chg="add del">
          <ac:chgData name="Thomas Koytek" userId="1122f4c81c71b2f9" providerId="LiveId" clId="{3BFF8156-0B8A-4031-9605-4567C51DB89E}" dt="2020-12-09T19:36:18.974" v="2" actId="478"/>
          <ac:spMkLst>
            <pc:docMk/>
            <pc:sldMk cId="3402963922" sldId="287"/>
            <ac:spMk id="9" creationId="{7A2CF121-CB10-4E04-BB99-1662D8D4E08C}"/>
          </ac:spMkLst>
        </pc:spChg>
        <pc:spChg chg="add del">
          <ac:chgData name="Thomas Koytek" userId="1122f4c81c71b2f9" providerId="LiveId" clId="{3BFF8156-0B8A-4031-9605-4567C51DB89E}" dt="2020-12-09T19:36:18.974" v="2" actId="478"/>
          <ac:spMkLst>
            <pc:docMk/>
            <pc:sldMk cId="3402963922" sldId="287"/>
            <ac:spMk id="10" creationId="{4AC797B9-8AE2-410C-93A9-8D1469156BE7}"/>
          </ac:spMkLst>
        </pc:spChg>
        <pc:spChg chg="mod">
          <ac:chgData name="Thomas Koytek" userId="1122f4c81c71b2f9" providerId="LiveId" clId="{3BFF8156-0B8A-4031-9605-4567C51DB89E}" dt="2020-12-09T19:39:14.725" v="26" actId="12789"/>
          <ac:spMkLst>
            <pc:docMk/>
            <pc:sldMk cId="3402963922" sldId="287"/>
            <ac:spMk id="11" creationId="{9205D372-C60D-46F6-8F00-843EB7BBA02F}"/>
          </ac:spMkLst>
        </pc:spChg>
        <pc:spChg chg="del">
          <ac:chgData name="Thomas Koytek" userId="1122f4c81c71b2f9" providerId="LiveId" clId="{3BFF8156-0B8A-4031-9605-4567C51DB89E}" dt="2020-12-09T19:36:34.006" v="5" actId="478"/>
          <ac:spMkLst>
            <pc:docMk/>
            <pc:sldMk cId="3402963922" sldId="287"/>
            <ac:spMk id="12" creationId="{18475BB3-A905-4D9B-98CB-F4934EA1C8E2}"/>
          </ac:spMkLst>
        </pc:spChg>
        <pc:spChg chg="mod">
          <ac:chgData name="Thomas Koytek" userId="1122f4c81c71b2f9" providerId="LiveId" clId="{3BFF8156-0B8A-4031-9605-4567C51DB89E}" dt="2020-12-09T19:39:14.725" v="26" actId="12789"/>
          <ac:spMkLst>
            <pc:docMk/>
            <pc:sldMk cId="3402963922" sldId="287"/>
            <ac:spMk id="16" creationId="{B176418E-A9BF-4F7F-8B8A-945107BFB0A0}"/>
          </ac:spMkLst>
        </pc:spChg>
        <pc:spChg chg="del">
          <ac:chgData name="Thomas Koytek" userId="1122f4c81c71b2f9" providerId="LiveId" clId="{3BFF8156-0B8A-4031-9605-4567C51DB89E}" dt="2020-12-09T19:36:28.750" v="4" actId="478"/>
          <ac:spMkLst>
            <pc:docMk/>
            <pc:sldMk cId="3402963922" sldId="287"/>
            <ac:spMk id="17" creationId="{4A3EC412-1CEB-448D-8DF6-E399B07DA618}"/>
          </ac:spMkLst>
        </pc:spChg>
        <pc:spChg chg="del">
          <ac:chgData name="Thomas Koytek" userId="1122f4c81c71b2f9" providerId="LiveId" clId="{3BFF8156-0B8A-4031-9605-4567C51DB89E}" dt="2020-12-09T19:36:28.750" v="4" actId="478"/>
          <ac:spMkLst>
            <pc:docMk/>
            <pc:sldMk cId="3402963922" sldId="287"/>
            <ac:spMk id="18" creationId="{A42D4720-DA1A-4F3A-893C-F6E5EEA2E5C6}"/>
          </ac:spMkLst>
        </pc:spChg>
        <pc:spChg chg="del">
          <ac:chgData name="Thomas Koytek" userId="1122f4c81c71b2f9" providerId="LiveId" clId="{3BFF8156-0B8A-4031-9605-4567C51DB89E}" dt="2020-12-09T19:36:28.750" v="4" actId="478"/>
          <ac:spMkLst>
            <pc:docMk/>
            <pc:sldMk cId="3402963922" sldId="287"/>
            <ac:spMk id="19" creationId="{08970E41-A7F3-4AE6-8980-293DA6E4E3FD}"/>
          </ac:spMkLst>
        </pc:spChg>
        <pc:spChg chg="del">
          <ac:chgData name="Thomas Koytek" userId="1122f4c81c71b2f9" providerId="LiveId" clId="{3BFF8156-0B8A-4031-9605-4567C51DB89E}" dt="2020-12-09T19:36:28.750" v="4" actId="478"/>
          <ac:spMkLst>
            <pc:docMk/>
            <pc:sldMk cId="3402963922" sldId="287"/>
            <ac:spMk id="20" creationId="{ADFFB383-D1D3-4257-BAAE-47576A0BB01B}"/>
          </ac:spMkLst>
        </pc:spChg>
        <pc:spChg chg="mod">
          <ac:chgData name="Thomas Koytek" userId="1122f4c81c71b2f9" providerId="LiveId" clId="{3BFF8156-0B8A-4031-9605-4567C51DB89E}" dt="2020-12-09T19:39:14.725" v="26" actId="12789"/>
          <ac:spMkLst>
            <pc:docMk/>
            <pc:sldMk cId="3402963922" sldId="287"/>
            <ac:spMk id="21" creationId="{1E187111-2A2C-4FBA-B8C5-E0156E6F37B7}"/>
          </ac:spMkLst>
        </pc:spChg>
        <pc:spChg chg="del">
          <ac:chgData name="Thomas Koytek" userId="1122f4c81c71b2f9" providerId="LiveId" clId="{3BFF8156-0B8A-4031-9605-4567C51DB89E}" dt="2020-12-09T19:36:38.014" v="6" actId="478"/>
          <ac:spMkLst>
            <pc:docMk/>
            <pc:sldMk cId="3402963922" sldId="287"/>
            <ac:spMk id="23" creationId="{72E43C63-A246-40BD-856A-B43090ADD0BA}"/>
          </ac:spMkLst>
        </pc:spChg>
        <pc:spChg chg="del">
          <ac:chgData name="Thomas Koytek" userId="1122f4c81c71b2f9" providerId="LiveId" clId="{3BFF8156-0B8A-4031-9605-4567C51DB89E}" dt="2020-12-09T19:36:51.312" v="10" actId="478"/>
          <ac:spMkLst>
            <pc:docMk/>
            <pc:sldMk cId="3402963922" sldId="287"/>
            <ac:spMk id="24" creationId="{CBE72438-32DA-4D55-83D6-A14AC0B38CC5}"/>
          </ac:spMkLst>
        </pc:spChg>
        <pc:spChg chg="del">
          <ac:chgData name="Thomas Koytek" userId="1122f4c81c71b2f9" providerId="LiveId" clId="{3BFF8156-0B8A-4031-9605-4567C51DB89E}" dt="2020-12-09T19:36:51.312" v="10" actId="478"/>
          <ac:spMkLst>
            <pc:docMk/>
            <pc:sldMk cId="3402963922" sldId="287"/>
            <ac:spMk id="25" creationId="{68610893-0E93-432B-9763-C4388F3D4C0B}"/>
          </ac:spMkLst>
        </pc:spChg>
        <pc:spChg chg="del">
          <ac:chgData name="Thomas Koytek" userId="1122f4c81c71b2f9" providerId="LiveId" clId="{3BFF8156-0B8A-4031-9605-4567C51DB89E}" dt="2020-12-09T19:36:51.312" v="10" actId="478"/>
          <ac:spMkLst>
            <pc:docMk/>
            <pc:sldMk cId="3402963922" sldId="287"/>
            <ac:spMk id="26" creationId="{F5CE94B1-E555-4FC3-952D-17578FCD2F60}"/>
          </ac:spMkLst>
        </pc:spChg>
        <pc:spChg chg="del">
          <ac:chgData name="Thomas Koytek" userId="1122f4c81c71b2f9" providerId="LiveId" clId="{3BFF8156-0B8A-4031-9605-4567C51DB89E}" dt="2020-12-09T19:36:51.312" v="10" actId="478"/>
          <ac:spMkLst>
            <pc:docMk/>
            <pc:sldMk cId="3402963922" sldId="287"/>
            <ac:spMk id="27" creationId="{E9307064-3B58-471F-A412-6C3A196BD7BD}"/>
          </ac:spMkLst>
        </pc:spChg>
        <pc:spChg chg="del">
          <ac:chgData name="Thomas Koytek" userId="1122f4c81c71b2f9" providerId="LiveId" clId="{3BFF8156-0B8A-4031-9605-4567C51DB89E}" dt="2020-12-09T19:36:51.312" v="10" actId="478"/>
          <ac:spMkLst>
            <pc:docMk/>
            <pc:sldMk cId="3402963922" sldId="287"/>
            <ac:spMk id="28" creationId="{7589EA9B-06F9-4B8A-A918-807F68555A05}"/>
          </ac:spMkLst>
        </pc:spChg>
        <pc:spChg chg="del">
          <ac:chgData name="Thomas Koytek" userId="1122f4c81c71b2f9" providerId="LiveId" clId="{3BFF8156-0B8A-4031-9605-4567C51DB89E}" dt="2020-12-09T19:36:55.079" v="11" actId="478"/>
          <ac:spMkLst>
            <pc:docMk/>
            <pc:sldMk cId="3402963922" sldId="287"/>
            <ac:spMk id="29" creationId="{00E6DDA2-F93E-49C0-B0A5-28ABDE739B84}"/>
          </ac:spMkLst>
        </pc:spChg>
        <pc:cxnChg chg="del">
          <ac:chgData name="Thomas Koytek" userId="1122f4c81c71b2f9" providerId="LiveId" clId="{3BFF8156-0B8A-4031-9605-4567C51DB89E}" dt="2020-12-09T19:36:51.312" v="10" actId="478"/>
          <ac:cxnSpMkLst>
            <pc:docMk/>
            <pc:sldMk cId="3402963922" sldId="287"/>
            <ac:cxnSpMk id="4" creationId="{45417BA7-5543-4F1F-866B-7EED5D95103B}"/>
          </ac:cxnSpMkLst>
        </pc:cxnChg>
        <pc:cxnChg chg="add del">
          <ac:chgData name="Thomas Koytek" userId="1122f4c81c71b2f9" providerId="LiveId" clId="{3BFF8156-0B8A-4031-9605-4567C51DB89E}" dt="2020-12-09T19:36:12.568" v="1" actId="478"/>
          <ac:cxnSpMkLst>
            <pc:docMk/>
            <pc:sldMk cId="3402963922" sldId="287"/>
            <ac:cxnSpMk id="5" creationId="{F7FE2101-FADC-49A2-A2C5-5A53C7DE0CDA}"/>
          </ac:cxnSpMkLst>
        </pc:cxnChg>
        <pc:cxnChg chg="add del">
          <ac:chgData name="Thomas Koytek" userId="1122f4c81c71b2f9" providerId="LiveId" clId="{3BFF8156-0B8A-4031-9605-4567C51DB89E}" dt="2020-12-09T19:36:18.974" v="2" actId="478"/>
          <ac:cxnSpMkLst>
            <pc:docMk/>
            <pc:sldMk cId="3402963922" sldId="287"/>
            <ac:cxnSpMk id="6" creationId="{14D8BC06-D1A5-4CC7-8FD1-EAD9395A2582}"/>
          </ac:cxnSpMkLst>
        </pc:cxnChg>
        <pc:cxnChg chg="add del">
          <ac:chgData name="Thomas Koytek" userId="1122f4c81c71b2f9" providerId="LiveId" clId="{3BFF8156-0B8A-4031-9605-4567C51DB89E}" dt="2020-12-09T19:36:18.974" v="2" actId="478"/>
          <ac:cxnSpMkLst>
            <pc:docMk/>
            <pc:sldMk cId="3402963922" sldId="287"/>
            <ac:cxnSpMk id="7" creationId="{130E6E68-D6EB-409B-AC93-7490A5A86EB5}"/>
          </ac:cxnSpMkLst>
        </pc:cxnChg>
        <pc:cxnChg chg="del">
          <ac:chgData name="Thomas Koytek" userId="1122f4c81c71b2f9" providerId="LiveId" clId="{3BFF8156-0B8A-4031-9605-4567C51DB89E}" dt="2020-12-09T19:37:05.543" v="13" actId="478"/>
          <ac:cxnSpMkLst>
            <pc:docMk/>
            <pc:sldMk cId="3402963922" sldId="287"/>
            <ac:cxnSpMk id="13" creationId="{70D929BB-3EEC-4B07-BA33-92D97FDD4A69}"/>
          </ac:cxnSpMkLst>
        </pc:cxnChg>
        <pc:cxnChg chg="del">
          <ac:chgData name="Thomas Koytek" userId="1122f4c81c71b2f9" providerId="LiveId" clId="{3BFF8156-0B8A-4031-9605-4567C51DB89E}" dt="2020-12-09T19:37:06.711" v="14" actId="478"/>
          <ac:cxnSpMkLst>
            <pc:docMk/>
            <pc:sldMk cId="3402963922" sldId="287"/>
            <ac:cxnSpMk id="14" creationId="{E2E7DD44-F29B-4589-86BD-4E76657D73AF}"/>
          </ac:cxnSpMkLst>
        </pc:cxnChg>
        <pc:cxnChg chg="mod">
          <ac:chgData name="Thomas Koytek" userId="1122f4c81c71b2f9" providerId="LiveId" clId="{3BFF8156-0B8A-4031-9605-4567C51DB89E}" dt="2020-12-09T19:39:14.725" v="26" actId="12789"/>
          <ac:cxnSpMkLst>
            <pc:docMk/>
            <pc:sldMk cId="3402963922" sldId="287"/>
            <ac:cxnSpMk id="15" creationId="{48579EFB-D95F-48A5-9592-9FBC3BAB670A}"/>
          </ac:cxnSpMkLst>
        </pc:cxnChg>
        <pc:cxnChg chg="del">
          <ac:chgData name="Thomas Koytek" userId="1122f4c81c71b2f9" providerId="LiveId" clId="{3BFF8156-0B8A-4031-9605-4567C51DB89E}" dt="2020-12-09T19:36:58.541" v="12" actId="478"/>
          <ac:cxnSpMkLst>
            <pc:docMk/>
            <pc:sldMk cId="3402963922" sldId="287"/>
            <ac:cxnSpMk id="30" creationId="{C7DF4177-EC43-41F0-ADD3-1D93BCDED88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>
                <a:sym typeface="Noteworthy Bold" charset="0"/>
              </a:rPr>
              <a:t>Second level</a:t>
            </a:r>
          </a:p>
          <a:p>
            <a:pPr lvl="2"/>
            <a:r>
              <a:rPr lang="de-DE">
                <a:sym typeface="Noteworthy Bold" charset="0"/>
              </a:rPr>
              <a:t>Third level</a:t>
            </a:r>
          </a:p>
          <a:p>
            <a:pPr lvl="3"/>
            <a:r>
              <a:rPr lang="de-DE">
                <a:sym typeface="Noteworthy Bold" charset="0"/>
              </a:rPr>
              <a:t>Fourth level</a:t>
            </a:r>
          </a:p>
          <a:p>
            <a:pPr lvl="4"/>
            <a:r>
              <a:rPr lang="de-DE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0007" rtl="0" fontAlgn="base" hangingPunct="0">
      <a:lnSpc>
        <a:spcPts val="3445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37505" algn="l" defTabSz="450007" rtl="0" fontAlgn="base" hangingPunct="0">
      <a:lnSpc>
        <a:spcPts val="3445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75011" algn="l" defTabSz="450007" rtl="0" fontAlgn="base" hangingPunct="0">
      <a:lnSpc>
        <a:spcPts val="3445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12516" algn="l" defTabSz="450007" rtl="0" fontAlgn="base" hangingPunct="0">
      <a:lnSpc>
        <a:spcPts val="3445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50022" algn="l" defTabSz="450007" rtl="0" fontAlgn="base" hangingPunct="0">
      <a:lnSpc>
        <a:spcPts val="3445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50038" algn="l" defTabSz="90001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00045" algn="l" defTabSz="90001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50052" algn="l" defTabSz="90001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00059" algn="l" defTabSz="90001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13480672" y="9193088"/>
            <a:ext cx="1294421" cy="369408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357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  <a:prstGeom prst="rect">
            <a:avLst/>
          </a:prstGeom>
        </p:spPr>
        <p:txBody>
          <a:bodyPr vert="horz" lIns="127960" tIns="63981" rIns="127960" bIns="63981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0" y="2240292"/>
            <a:ext cx="15361920" cy="6336348"/>
          </a:xfrm>
          <a:prstGeom prst="rect">
            <a:avLst/>
          </a:prstGeom>
        </p:spPr>
        <p:txBody>
          <a:bodyPr vert="horz" lIns="127960" tIns="63981" rIns="127960" bIns="63981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/>
          <p:cNvSpPr txBox="1"/>
          <p:nvPr userDrawn="1"/>
        </p:nvSpPr>
        <p:spPr>
          <a:xfrm>
            <a:off x="14559393" y="9181981"/>
            <a:ext cx="830976" cy="229380"/>
          </a:xfrm>
          <a:prstGeom prst="rect">
            <a:avLst/>
          </a:prstGeom>
          <a:noFill/>
        </p:spPr>
        <p:txBody>
          <a:bodyPr wrap="none" lIns="90001" tIns="45001" rIns="90001" bIns="45001" rtlCol="0">
            <a:spAutoFit/>
          </a:bodyPr>
          <a:lstStyle/>
          <a:p>
            <a:r>
              <a:rPr lang="de-DE" sz="900" dirty="0"/>
              <a:t>Generated by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DF04EC5-66A9-47D0-943F-6A8249ABAD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3152" y="8973548"/>
            <a:ext cx="1172151" cy="48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3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/>
  <p:txStyles>
    <p:titleStyle>
      <a:lvl1pPr algn="ctr" defTabSz="1279606" rtl="0" eaLnBrk="1" latinLnBrk="0" hangingPunct="1">
        <a:spcBef>
          <a:spcPct val="0"/>
        </a:spcBef>
        <a:buNone/>
        <a:defRPr sz="6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9855" indent="-479855" algn="l" defTabSz="1279606" rtl="0" eaLnBrk="1" latinLnBrk="0" hangingPunct="1">
        <a:spcBef>
          <a:spcPct val="200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39681" indent="-399877" algn="l" defTabSz="1279606" rtl="0" eaLnBrk="1" latinLnBrk="0" hangingPunct="1">
        <a:spcBef>
          <a:spcPct val="20000"/>
        </a:spcBef>
        <a:buFont typeface="Arial" panose="020B0604020202020204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599508" indent="-319901" algn="l" defTabSz="1279606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3pPr>
      <a:lvl4pPr marL="2239313" indent="-319901" algn="l" defTabSz="1279606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79121" indent="-319901" algn="l" defTabSz="1279606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18926" indent="-319901" algn="l" defTabSz="1279606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58727" indent="-319901" algn="l" defTabSz="1279606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798533" indent="-319901" algn="l" defTabSz="1279606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38333" indent="-319901" algn="l" defTabSz="1279606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39802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79606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19415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59218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99019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38826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78625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18434" algn="l" defTabSz="1279606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 title="Multiprojektsicht">
            <a:extLst>
              <a:ext uri="{FF2B5EF4-FFF2-40B4-BE49-F238E27FC236}">
                <a16:creationId xmlns:a16="http://schemas.microsoft.com/office/drawing/2014/main" id="{C26B932E-21DC-411E-B76A-1793990002BA}"/>
              </a:ext>
            </a:extLst>
          </p:cNvPr>
          <p:cNvSpPr/>
          <p:nvPr/>
        </p:nvSpPr>
        <p:spPr>
          <a:xfrm>
            <a:off x="171728" y="1200200"/>
            <a:ext cx="16499575" cy="7632848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Multiprojektsicht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55E0F0A-CAB5-4DAA-85A8-8C2791340A66}"/>
              </a:ext>
            </a:extLst>
          </p:cNvPr>
          <p:cNvSpPr txBox="1"/>
          <p:nvPr/>
        </p:nvSpPr>
        <p:spPr>
          <a:xfrm>
            <a:off x="171728" y="336104"/>
            <a:ext cx="1882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Roadmap</a:t>
            </a:r>
          </a:p>
        </p:txBody>
      </p:sp>
      <p:cxnSp>
        <p:nvCxnSpPr>
          <p:cNvPr id="5" name="Gerade Verbindung 42" descr="Enlarge13" title="CalendarLine">
            <a:extLst>
              <a:ext uri="{FF2B5EF4-FFF2-40B4-BE49-F238E27FC236}">
                <a16:creationId xmlns:a16="http://schemas.microsoft.com/office/drawing/2014/main" id="{F7FE2101-FADC-49A2-A2C5-5A53C7DE0CDA}"/>
              </a:ext>
            </a:extLst>
          </p:cNvPr>
          <p:cNvCxnSpPr/>
          <p:nvPr/>
        </p:nvCxnSpPr>
        <p:spPr bwMode="auto">
          <a:xfrm>
            <a:off x="2485728" y="1705367"/>
            <a:ext cx="14113568" cy="0"/>
          </a:xfrm>
          <a:prstGeom prst="line">
            <a:avLst/>
          </a:prstGeom>
          <a:solidFill>
            <a:srgbClr val="6D7472"/>
          </a:solidFill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feld 48" title="ProjectName">
            <a:extLst>
              <a:ext uri="{FF2B5EF4-FFF2-40B4-BE49-F238E27FC236}">
                <a16:creationId xmlns:a16="http://schemas.microsoft.com/office/drawing/2014/main" id="{9205D372-C60D-46F6-8F00-843EB7BBA02F}"/>
              </a:ext>
            </a:extLst>
          </p:cNvPr>
          <p:cNvSpPr txBox="1"/>
          <p:nvPr/>
        </p:nvSpPr>
        <p:spPr>
          <a:xfrm>
            <a:off x="325488" y="1937549"/>
            <a:ext cx="227626" cy="293721"/>
          </a:xfrm>
          <a:prstGeom prst="rect">
            <a:avLst/>
          </a:prstGeom>
          <a:noFill/>
        </p:spPr>
        <p:txBody>
          <a:bodyPr wrap="none" lIns="0" tIns="54000" rIns="0" bIns="54000" rtlCol="0" anchor="ctr" anchorCtr="0">
            <a:spAutoFit/>
          </a:bodyPr>
          <a:lstStyle>
            <a:defPPr>
              <a:defRPr lang="de-DE"/>
            </a:defPPr>
            <a:lvl1pPr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37505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75011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12516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50022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50038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00045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150052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00059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algn="l"/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F01</a:t>
            </a:r>
            <a:endParaRPr lang="de-DE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cxnSp>
        <p:nvCxnSpPr>
          <p:cNvPr id="15" name="Gerade Verbindung 52" title="ProjectForm">
            <a:extLst>
              <a:ext uri="{FF2B5EF4-FFF2-40B4-BE49-F238E27FC236}">
                <a16:creationId xmlns:a16="http://schemas.microsoft.com/office/drawing/2014/main" id="{48579EFB-D95F-48A5-9592-9FBC3BAB670A}"/>
              </a:ext>
            </a:extLst>
          </p:cNvPr>
          <p:cNvCxnSpPr/>
          <p:nvPr/>
        </p:nvCxnSpPr>
        <p:spPr bwMode="auto">
          <a:xfrm>
            <a:off x="6190250" y="2084409"/>
            <a:ext cx="3178019" cy="0"/>
          </a:xfrm>
          <a:prstGeom prst="line">
            <a:avLst/>
          </a:prstGeom>
          <a:solidFill>
            <a:srgbClr val="6D7472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dashDot"/>
            <a:miter lim="0"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Rechteck 15" title="PhaseForm">
            <a:extLst>
              <a:ext uri="{FF2B5EF4-FFF2-40B4-BE49-F238E27FC236}">
                <a16:creationId xmlns:a16="http://schemas.microsoft.com/office/drawing/2014/main" id="{B176418E-A9BF-4F7F-8B8A-945107BFB0A0}"/>
              </a:ext>
            </a:extLst>
          </p:cNvPr>
          <p:cNvSpPr/>
          <p:nvPr/>
        </p:nvSpPr>
        <p:spPr bwMode="auto">
          <a:xfrm>
            <a:off x="6433039" y="2048409"/>
            <a:ext cx="2176333" cy="72000"/>
          </a:xfrm>
          <a:prstGeom prst="rect">
            <a:avLst/>
          </a:prstGeom>
          <a:solidFill>
            <a:srgbClr val="6D74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320" tIns="38320" rIns="38320" bIns="3832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37505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75011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12516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50022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50038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00045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150052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00059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286386"/>
            <a:endParaRPr lang="de-DE"/>
          </a:p>
        </p:txBody>
      </p:sp>
      <p:sp>
        <p:nvSpPr>
          <p:cNvPr id="21" name="Flussdiagramm: Zusammenstellen 20" title="MilestoneForm">
            <a:extLst>
              <a:ext uri="{FF2B5EF4-FFF2-40B4-BE49-F238E27FC236}">
                <a16:creationId xmlns:a16="http://schemas.microsoft.com/office/drawing/2014/main" id="{1E187111-2A2C-4FBA-B8C5-E0156E6F37B7}"/>
              </a:ext>
            </a:extLst>
          </p:cNvPr>
          <p:cNvSpPr/>
          <p:nvPr/>
        </p:nvSpPr>
        <p:spPr bwMode="auto">
          <a:xfrm>
            <a:off x="7637584" y="1994409"/>
            <a:ext cx="180000" cy="180000"/>
          </a:xfrm>
          <a:prstGeom prst="flowChartCollate">
            <a:avLst/>
          </a:prstGeom>
          <a:solidFill>
            <a:schemeClr val="accent1">
              <a:lumMod val="75000"/>
            </a:schemeClr>
          </a:solidFill>
          <a:ln>
            <a:solidFill>
              <a:srgbClr val="00B050"/>
            </a:solidFill>
          </a:ln>
          <a:effectLst>
            <a:glow>
              <a:srgbClr val="FFFFFF"/>
            </a:glow>
            <a:outerShdw dist="38100" sx="1000" sy="1000" rotWithShape="0">
              <a:schemeClr val="accent2">
                <a:lumMod val="60000"/>
                <a:lumOff val="40000"/>
              </a:schemeClr>
            </a:outerShdw>
          </a:effectLst>
        </p:spPr>
        <p:txBody>
          <a:bodyPr vert="horz" wrap="square" lIns="38320" tIns="38320" rIns="38320" bIns="3832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37505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75011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12516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50022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50038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00045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150052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00059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258663" defTabSz="440683"/>
            <a:endParaRPr lang="de-DE"/>
          </a:p>
        </p:txBody>
      </p:sp>
      <p:sp>
        <p:nvSpPr>
          <p:cNvPr id="22" name="Rechteck 21" title="rowDifferentiator">
            <a:extLst>
              <a:ext uri="{FF2B5EF4-FFF2-40B4-BE49-F238E27FC236}">
                <a16:creationId xmlns:a16="http://schemas.microsoft.com/office/drawing/2014/main" id="{73997870-F976-4D70-84C0-6AF024D92C35}"/>
              </a:ext>
            </a:extLst>
          </p:cNvPr>
          <p:cNvSpPr/>
          <p:nvPr/>
        </p:nvSpPr>
        <p:spPr bwMode="auto">
          <a:xfrm>
            <a:off x="8896541" y="3073519"/>
            <a:ext cx="1321846" cy="216024"/>
          </a:xfrm>
          <a:prstGeom prst="rect">
            <a:avLst/>
          </a:prstGeom>
          <a:solidFill>
            <a:schemeClr val="accent5">
              <a:lumMod val="20000"/>
              <a:lumOff val="80000"/>
              <a:alpha val="31000"/>
            </a:schemeClr>
          </a:solidFill>
          <a:ln>
            <a:noFill/>
          </a:ln>
          <a:effectLst/>
        </p:spPr>
        <p:txBody>
          <a:bodyPr vert="horz" wrap="square" lIns="38320" tIns="38320" rIns="38320" bIns="3832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37505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75011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12516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50022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50038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00045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150052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00059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258663" defTabSz="440683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2963922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</Words>
  <Application>Microsoft Office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Gill Sans Light</vt:lpstr>
      <vt:lpstr>Noteworthy Bold</vt:lpstr>
      <vt:lpstr>Larissa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Thomas Koytek</cp:lastModifiedBy>
  <cp:revision>233</cp:revision>
  <dcterms:modified xsi:type="dcterms:W3CDTF">2020-12-09T19:39:25Z</dcterms:modified>
</cp:coreProperties>
</file>